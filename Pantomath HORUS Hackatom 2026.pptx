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style1.xml" ContentType="application/vnd.ms-office.chartstyle+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60" r:id="rId20"/>
    <p:sldId id="261" r:id="rId21"/>
    <p:sldId id="264" r:id="rId24"/>
    <p:sldId id="262" r:id="rId22"/>
    <p:sldId id="259" r:id="rId10"/>
    <p:sldId id="265" r:id="rId25"/>
    <p:sldId id="263" r:id="rId23"/>
  </p:sldIdLst>
  <p:sldSz cy="11309350" cx="20104100"/>
  <p:notesSz cx="20104100" cy="11309350"/>
  <p:embeddedFontLst>
    <p:embeddedFont>
      <p:font typeface="Ubuntu Sans"/>
      <p:regular r:id="rId11"/>
      <p:bold r:id="rId12"/>
      <p:italic r:id="rId13"/>
      <p:boldItalic r:id="rId14"/>
    </p:embeddedFont>
    <p:embeddedFont>
      <p:font typeface="Ubuntu Mon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764">
          <p15:clr>
            <a:srgbClr val="A4A3A4"/>
          </p15:clr>
        </p15:guide>
        <p15:guide id="2" pos="12044">
          <p15:clr>
            <a:srgbClr val="A4A3A4"/>
          </p15:clr>
        </p15:guide>
        <p15:guide id="3" orient="horz" pos="3562">
          <p15:clr>
            <a:srgbClr val="A4A3A4"/>
          </p15:clr>
        </p15:guide>
      </p15:sldGuideLst>
    </p:ext>
    <p:ext uri="GoogleSlidesCustomDataVersion2">
      <go:slidesCustomData xmlns:go="http://customooxmlschemas.google.com/" r:id="rId19" roundtripDataSignature="AMtx7mi4Gry+Q5K4E9/NjsKo8YN3otk5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B38E92E-0F32-414A-B35D-DC0CC656FED8}">
  <a:tblStyle styleId="{EB38E92E-0F32-414A-B35D-DC0CC656FED8}"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64"/>
        <p:guide pos="12044"/>
        <p:guide pos="3562"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font" Target="fonts/UbuntuSans-regular.fntdata"/><Relationship Id="rId12" Type="http://schemas.openxmlformats.org/officeDocument/2006/relationships/font" Target="fonts/UbuntuSans-bold.fntdata"/><Relationship Id="rId13" Type="http://schemas.openxmlformats.org/officeDocument/2006/relationships/font" Target="fonts/UbuntuSans-italic.fntdata"/><Relationship Id="rId14" Type="http://schemas.openxmlformats.org/officeDocument/2006/relationships/font" Target="fonts/UbuntuSans-boldItalic.fntdata"/><Relationship Id="rId15" Type="http://schemas.openxmlformats.org/officeDocument/2006/relationships/font" Target="fonts/UbuntuMono-regular.fntdata"/><Relationship Id="rId16" Type="http://schemas.openxmlformats.org/officeDocument/2006/relationships/font" Target="fonts/UbuntuMono-bold.fntdata"/><Relationship Id="rId17" Type="http://schemas.openxmlformats.org/officeDocument/2006/relationships/font" Target="fonts/UbuntuMono-italic.fntdata"/><Relationship Id="rId18" Type="http://schemas.openxmlformats.org/officeDocument/2006/relationships/font" Target="fonts/UbuntuMono-boldItalic.fntdata"/><Relationship Id="rId19" Type="http://customschemas.google.com/relationships/presentationmetadata" Target="metadata"/><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t" anchorCtr="0"/>
          <a:lstStyle/>
          <a:p>
            <a:pPr>
              <a:defRPr sz="1862" b="0" i="0" u="none" strike="noStrike" kern="1200" spc="0" baseline="0">
                <a:solidFill>
                  <a:schemeClr val="tx1">
                    <a:lumMod val="65000"/>
                    <a:lumOff val="35000"/>
                  </a:schemeClr>
                </a:solidFill>
                <a:latin typeface="+mn-lt"/>
                <a:ea typeface="+mn-ea"/>
                <a:cs typeface="+mn-cs"/>
              </a:defRPr>
            </a:pPr>
            <a:r>
              <a:rPr lang="en" sz="1800" dirty="0">
                <a:solidFill>
                  <a:srgbClr val="172440"/>
                </a:solidFill>
                <a:latin typeface="Ubuntu Mono"/>
                <a:cs typeface="Ubuntu Mono"/>
              </a:rPr>
              <a:t>Name</a:t>
            </a:r>
            <a:r>
              <a:rPr lang="en" sz="1800" spc="35" dirty="0">
                <a:solidFill>
                  <a:srgbClr val="172440"/>
                </a:solidFill>
                <a:latin typeface="Ubuntu Mono"/>
                <a:cs typeface="Ubuntu Mono"/>
              </a:rPr>
              <a:t> </a:t>
            </a:r>
            <a:r>
              <a:rPr lang="en" sz="1800" dirty="0">
                <a:solidFill>
                  <a:srgbClr val="172440"/>
                </a:solidFill>
                <a:latin typeface="Ubuntu Mono"/>
                <a:cs typeface="Ubuntu Mono"/>
              </a:rPr>
              <a:t>of</a:t>
            </a:r>
            <a:r>
              <a:rPr lang="en" sz="1800" spc="40" dirty="0">
                <a:solidFill>
                  <a:srgbClr val="172440"/>
                </a:solidFill>
                <a:latin typeface="Ubuntu Mono"/>
                <a:cs typeface="Ubuntu Mono"/>
              </a:rPr>
              <a:t> </a:t>
            </a:r>
            <a:r>
              <a:rPr lang="en" sz="1800" dirty="0">
                <a:solidFill>
                  <a:srgbClr val="172440"/>
                </a:solidFill>
                <a:latin typeface="Ubuntu Mono"/>
                <a:cs typeface="Ubuntu Mono"/>
              </a:rPr>
              <a:t>the</a:t>
            </a:r>
            <a:r>
              <a:rPr lang="en" sz="1800" spc="40" dirty="0">
                <a:solidFill>
                  <a:srgbClr val="172440"/>
                </a:solidFill>
                <a:latin typeface="Ubuntu Mono"/>
                <a:cs typeface="Ubuntu Mono"/>
              </a:rPr>
              <a:t> </a:t>
            </a:r>
            <a:r>
              <a:rPr lang="en" sz="1800" spc="-10" dirty="0">
                <a:solidFill>
                  <a:srgbClr val="172440"/>
                </a:solidFill>
                <a:latin typeface="Ubuntu Mono"/>
                <a:cs typeface="Ubuntu Mono"/>
              </a:rPr>
              <a:t>chart</a:t>
            </a:r>
            <a:endParaRPr lang="en" sz="1800">
              <a:latin typeface="Ubuntu Mono"/>
              <a:cs typeface="Ubuntu Mono"/>
            </a:endParaRPr>
          </a:p>
        </c:rich>
      </c:tx>
      <c:layout>
        <c:manualLayout>
          <c:xMode val="edge"/>
          <c:yMode val="edge"/>
          <c:x val="1.1970060945771875E-3"/>
          <c:y val="0"/>
        </c:manualLayout>
      </c:layout>
      <c:overlay val="0"/>
      <c:spPr>
        <a:noFill/>
        <a:ln>
          <a:noFill/>
        </a:ln>
        <a:effectLst/>
      </c:spPr>
      <c:txPr>
        <a:bodyPr rot="0" spcFirstLastPara="1" vertOverflow="ellipsis" vert="horz" wrap="square" anchor="t" anchorCtr="0"/>
        <a:lstStyle/>
        <a:p>
          <a:pPr>
            <a:defRPr sz="1862" b="0" i="0" u="none" strike="noStrike" kern="1200" spc="0" baseline="0">
              <a:solidFill>
                <a:schemeClr val="tx1">
                  <a:lumMod val="65000"/>
                  <a:lumOff val="35000"/>
                </a:schemeClr>
              </a:solidFill>
              <a:latin typeface="+mn-lt"/>
              <a:ea typeface="+mn-ea"/>
              <a:cs typeface="+mn-cs"/>
            </a:defRPr>
          </a:pPr>
          <a:endParaRPr lang="ru-US"/>
        </a:p>
      </c:txPr>
    </c:title>
    <c:autoTitleDeleted val="0"/>
    <c:plotArea>
      <c:layout>
        <c:manualLayout>
          <c:layoutTarget val="inner"/>
          <c:xMode val="edge"/>
          <c:yMode val="edge"/>
          <c:x val="0.49930223764402321"/>
          <c:y val="5.9116383964202643E-2"/>
          <c:w val="0.47527403354241726"/>
          <c:h val="0.79589986315909611"/>
        </c:manualLayout>
      </c:layout>
      <c:barChart>
        <c:barDir val="col"/>
        <c:grouping val="clustered"/>
        <c:varyColors val="0"/>
        <c:ser>
          <c:idx val="0"/>
          <c:order val="0"/>
          <c:tx>
            <c:strRef>
              <c:f>Лист1!$B$1</c:f>
              <c:strCache>
                <c:ptCount val="1"/>
                <c:pt idx="0">
                  <c:v>Ряд 1</c:v>
                </c:pt>
              </c:strCache>
            </c:strRef>
          </c:tx>
          <c:spPr>
            <a:solidFill>
              <a:schemeClr val="accent1"/>
            </a:solidFill>
            <a:ln>
              <a:noFill/>
            </a:ln>
            <a:effectLst/>
          </c:spPr>
          <c:invertIfNegative val="0"/>
          <c:dPt>
            <c:idx val="0"/>
            <c:invertIfNegative val="0"/>
            <c:bubble3D val="0"/>
            <c:spPr>
              <a:solidFill>
                <a:srgbClr val="00C6B3"/>
              </a:solidFill>
              <a:ln>
                <a:noFill/>
              </a:ln>
              <a:effectLst/>
            </c:spPr>
            <c:extLst>
              <c:ext xmlns:c16="http://schemas.microsoft.com/office/drawing/2014/chart" uri="{C3380CC4-5D6E-409C-BE32-E72D297353CC}">
                <c16:uniqueId val="{00000003-C21B-2E48-8743-DB7472064077}"/>
              </c:ext>
            </c:extLst>
          </c:dPt>
          <c:dPt>
            <c:idx val="1"/>
            <c:invertIfNegative val="0"/>
            <c:bubble3D val="0"/>
            <c:spPr>
              <a:solidFill>
                <a:srgbClr val="0696E7"/>
              </a:solidFill>
              <a:ln>
                <a:noFill/>
              </a:ln>
              <a:effectLst/>
            </c:spPr>
            <c:extLst>
              <c:ext xmlns:c16="http://schemas.microsoft.com/office/drawing/2014/chart" uri="{C3380CC4-5D6E-409C-BE32-E72D297353CC}">
                <c16:uniqueId val="{00000004-C21B-2E48-8743-DB7472064077}"/>
              </c:ext>
            </c:extLst>
          </c:dPt>
          <c:dPt>
            <c:idx val="2"/>
            <c:invertIfNegative val="0"/>
            <c:bubble3D val="0"/>
            <c:spPr>
              <a:solidFill>
                <a:srgbClr val="B11987"/>
              </a:solidFill>
              <a:ln>
                <a:noFill/>
              </a:ln>
              <a:effectLst/>
            </c:spPr>
            <c:extLst>
              <c:ext xmlns:c16="http://schemas.microsoft.com/office/drawing/2014/chart" uri="{C3380CC4-5D6E-409C-BE32-E72D297353CC}">
                <c16:uniqueId val="{00000005-C21B-2E48-8743-DB7472064077}"/>
              </c:ext>
            </c:extLst>
          </c:dPt>
          <c:cat>
            <c:strRef>
              <c:f>Лист1!$A$2:$A$4</c:f>
              <c:strCache>
                <c:ptCount val="3"/>
                <c:pt idx="0">
                  <c:v>Microsoft</c:v>
                </c:pt>
                <c:pt idx="1">
                  <c:v>Google</c:v>
                </c:pt>
                <c:pt idx="2">
                  <c:v>Apple</c:v>
                </c:pt>
              </c:strCache>
            </c:strRef>
          </c:cat>
          <c:val>
            <c:numRef>
              <c:f>Лист1!$B$2:$B$4</c:f>
              <c:numCache>
                <c:formatCode>General</c:formatCode>
                <c:ptCount val="3"/>
                <c:pt idx="0">
                  <c:v>6.2</c:v>
                </c:pt>
                <c:pt idx="1">
                  <c:v>2.2000000000000002</c:v>
                </c:pt>
                <c:pt idx="2">
                  <c:v>8</c:v>
                </c:pt>
              </c:numCache>
            </c:numRef>
          </c:val>
          <c:extLst>
            <c:ext xmlns:c16="http://schemas.microsoft.com/office/drawing/2014/chart" uri="{C3380CC4-5D6E-409C-BE32-E72D297353CC}">
              <c16:uniqueId val="{00000000-C21B-2E48-8743-DB7472064077}"/>
            </c:ext>
          </c:extLst>
        </c:ser>
        <c:dLbls>
          <c:showLegendKey val="0"/>
          <c:showVal val="0"/>
          <c:showCatName val="0"/>
          <c:showSerName val="0"/>
          <c:showPercent val="0"/>
          <c:showBubbleSize val="0"/>
        </c:dLbls>
        <c:gapWidth val="86"/>
        <c:overlap val="-31"/>
        <c:axId val="1541929424"/>
        <c:axId val="1541931136"/>
      </c:barChart>
      <c:catAx>
        <c:axId val="15419294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172440"/>
                </a:solidFill>
                <a:latin typeface=""/>
                <a:ea typeface="Inter" panose="02000503000000020004" pitchFamily="2" charset="0"/>
                <a:cs typeface="+mn-cs"/>
              </a:defRPr>
            </a:pPr>
            <a:endParaRPr lang="ru-US"/>
          </a:p>
        </c:txPr>
        <c:crossAx val="1541931136"/>
        <c:crosses val="autoZero"/>
        <c:auto val="1"/>
        <c:lblAlgn val="ctr"/>
        <c:lblOffset val="100"/>
        <c:noMultiLvlLbl val="0"/>
      </c:catAx>
      <c:valAx>
        <c:axId val="1541931136"/>
        <c:scaling>
          <c:orientation val="minMax"/>
          <c:max val="10"/>
        </c:scaling>
        <c:delete val="0"/>
        <c:axPos val="l"/>
        <c:majorGridlines>
          <c:spPr>
            <a:ln w="9525" cap="flat" cmpd="sng" algn="ctr">
              <a:solidFill>
                <a:srgbClr val="172440"/>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rgbClr val="172440"/>
                </a:solidFill>
                <a:latin typeface=""/>
                <a:ea typeface="Inter" panose="02000503000000020004" pitchFamily="2" charset="0"/>
                <a:cs typeface="+mn-cs"/>
              </a:defRPr>
            </a:pPr>
            <a:endParaRPr lang="ru-US"/>
          </a:p>
        </c:txPr>
        <c:crossAx val="1541929424"/>
        <c:crosses val="autoZero"/>
        <c:crossBetween val="between"/>
        <c:minorUnit val="2"/>
      </c:valAx>
      <c:spPr>
        <a:noFill/>
        <a:ln>
          <a:noFill/>
        </a:ln>
        <a:effectLst/>
      </c:spPr>
    </c:plotArea>
    <c:legend>
      <c:legendPos val="l"/>
      <c:layout>
        <c:manualLayout>
          <c:xMode val="edge"/>
          <c:yMode val="edge"/>
          <c:x val="0"/>
          <c:y val="0.68994022506172947"/>
          <c:w val="9.4037212509453266E-2"/>
          <c:h val="0.2914603879187099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
              <a:ea typeface="+mn-ea"/>
              <a:cs typeface="+mn-cs"/>
            </a:defRPr>
          </a:pPr>
          <a:endParaRPr lang="ru-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50" b="0" i="0" u="none" strike="noStrike" kern="1200" baseline="0">
                <a:solidFill>
                  <a:schemeClr val="tx2"/>
                </a:solidFill>
                <a:latin typeface="+mn-lt"/>
                <a:ea typeface="+mn-ea"/>
                <a:cs typeface="+mn-cs"/>
              </a:defRPr>
            </a:pPr>
            <a:r>
              <a:rPr lang="en" sz="1950" b="0" dirty="0">
                <a:solidFill>
                  <a:srgbClr val="172440"/>
                </a:solidFill>
                <a:latin typeface="Ubuntu Mono"/>
                <a:cs typeface="Ubuntu Mono"/>
              </a:rPr>
              <a:t>Name</a:t>
            </a:r>
            <a:r>
              <a:rPr lang="en" sz="1950" b="0" spc="35" dirty="0">
                <a:solidFill>
                  <a:srgbClr val="172440"/>
                </a:solidFill>
                <a:latin typeface="Ubuntu Mono"/>
                <a:cs typeface="Ubuntu Mono"/>
              </a:rPr>
              <a:t> </a:t>
            </a:r>
            <a:r>
              <a:rPr lang="en" sz="1950" b="0" dirty="0">
                <a:solidFill>
                  <a:srgbClr val="172440"/>
                </a:solidFill>
                <a:latin typeface="Ubuntu Mono"/>
                <a:cs typeface="Ubuntu Mono"/>
              </a:rPr>
              <a:t>of</a:t>
            </a:r>
            <a:r>
              <a:rPr lang="en" sz="1950" b="0" spc="40" dirty="0">
                <a:solidFill>
                  <a:srgbClr val="172440"/>
                </a:solidFill>
                <a:latin typeface="Ubuntu Mono"/>
                <a:cs typeface="Ubuntu Mono"/>
              </a:rPr>
              <a:t> </a:t>
            </a:r>
            <a:r>
              <a:rPr lang="en" sz="1950" b="0" dirty="0">
                <a:solidFill>
                  <a:srgbClr val="172440"/>
                </a:solidFill>
                <a:latin typeface="Ubuntu Mono"/>
                <a:cs typeface="Ubuntu Mono"/>
              </a:rPr>
              <a:t>the</a:t>
            </a:r>
            <a:r>
              <a:rPr lang="en" sz="1950" b="0" spc="40" dirty="0">
                <a:solidFill>
                  <a:srgbClr val="172440"/>
                </a:solidFill>
                <a:latin typeface="Ubuntu Mono"/>
                <a:cs typeface="Ubuntu Mono"/>
              </a:rPr>
              <a:t> </a:t>
            </a:r>
            <a:r>
              <a:rPr lang="en" sz="1950" b="0" spc="-10" dirty="0">
                <a:solidFill>
                  <a:srgbClr val="172440"/>
                </a:solidFill>
                <a:latin typeface="Ubuntu Mono"/>
                <a:cs typeface="Ubuntu Mono"/>
              </a:rPr>
              <a:t>diagram</a:t>
            </a:r>
            <a:endParaRPr lang="en" sz="1950" b="0">
              <a:latin typeface="Ubuntu Mono"/>
              <a:cs typeface="Ubuntu Mono"/>
            </a:endParaRPr>
          </a:p>
        </c:rich>
      </c:tx>
      <c:layout>
        <c:manualLayout>
          <c:xMode val="edge"/>
          <c:yMode val="edge"/>
          <c:x val="0.33177545649045426"/>
          <c:y val="0.45031269252418882"/>
        </c:manualLayout>
      </c:layout>
      <c:overlay val="1"/>
      <c:spPr>
        <a:noFill/>
        <a:ln>
          <a:noFill/>
        </a:ln>
        <a:effectLst/>
      </c:spPr>
    </c:title>
    <c:autoTitleDeleted val="0"/>
    <c:plotArea>
      <c:layout>
        <c:manualLayout>
          <c:layoutTarget val="inner"/>
          <c:xMode val="edge"/>
          <c:yMode val="edge"/>
          <c:x val="0.21631152429782277"/>
          <c:y val="8.7508763877541612E-2"/>
          <c:w val="0.52012191318336765"/>
          <c:h val="0.78018282708448949"/>
        </c:manualLayout>
      </c:layout>
      <c:doughnutChart>
        <c:varyColors val="1"/>
        <c:ser>
          <c:idx val="0"/>
          <c:order val="0"/>
          <c:tx>
            <c:strRef>
              <c:f>Лист1!$B$1</c:f>
              <c:strCache>
                <c:ptCount val="1"/>
                <c:pt idx="0">
                  <c:v>Продажи</c:v>
                </c:pt>
              </c:strCache>
            </c:strRef>
          </c:tx>
          <c:spPr>
            <a:solidFill>
              <a:schemeClr val="bg1"/>
            </a:solidFill>
          </c:spPr>
          <c:dPt>
            <c:idx val="0"/>
            <c:bubble3D val="0"/>
            <c:spPr>
              <a:solidFill>
                <a:srgbClr val="00C6B3"/>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1-69D9-AB4C-8DCE-912079E5608D}"/>
              </c:ext>
            </c:extLst>
          </c:dPt>
          <c:dPt>
            <c:idx val="1"/>
            <c:bubble3D val="0"/>
            <c:spPr>
              <a:solidFill>
                <a:srgbClr val="0696E7"/>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3-69D9-AB4C-8DCE-912079E5608D}"/>
              </c:ext>
            </c:extLst>
          </c:dPt>
          <c:dPt>
            <c:idx val="2"/>
            <c:bubble3D val="0"/>
            <c:spPr>
              <a:solidFill>
                <a:srgbClr val="B11987"/>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5-69D9-AB4C-8DCE-912079E5608D}"/>
              </c:ext>
            </c:extLst>
          </c:dPt>
          <c:dPt>
            <c:idx val="3"/>
            <c:bubble3D val="0"/>
            <c:spPr>
              <a:solidFill>
                <a:srgbClr val="172440"/>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7-69D9-AB4C-8DCE-912079E5608D}"/>
              </c:ext>
            </c:extLst>
          </c:dPt>
          <c:cat>
            <c:strRef>
              <c:f>Лист1!$A$2:$A$5</c:f>
              <c:strCache>
                <c:ptCount val="4"/>
                <c:pt idx="0">
                  <c:v>Name</c:v>
                </c:pt>
                <c:pt idx="1">
                  <c:v>Name</c:v>
                </c:pt>
                <c:pt idx="2">
                  <c:v>Name</c:v>
                </c:pt>
                <c:pt idx="3">
                  <c:v>Name</c:v>
                </c:pt>
              </c:strCache>
            </c:strRef>
          </c:cat>
          <c:val>
            <c:numRef>
              <c:f>Лист1!$B$2:$B$5</c:f>
              <c:numCache>
                <c:formatCode>General</c:formatCode>
                <c:ptCount val="4"/>
                <c:pt idx="0">
                  <c:v>50</c:v>
                </c:pt>
                <c:pt idx="1">
                  <c:v>25</c:v>
                </c:pt>
                <c:pt idx="2">
                  <c:v>12.5</c:v>
                </c:pt>
                <c:pt idx="3">
                  <c:v>12.5</c:v>
                </c:pt>
              </c:numCache>
            </c:numRef>
          </c:val>
          <c:extLst>
            <c:ext xmlns:c16="http://schemas.microsoft.com/office/drawing/2014/chart" uri="{C3380CC4-5D6E-409C-BE32-E72D297353CC}">
              <c16:uniqueId val="{00000008-69D9-AB4C-8DCE-912079E5608D}"/>
            </c:ext>
          </c:extLst>
        </c:ser>
        <c:dLbls>
          <c:showLegendKey val="0"/>
          <c:showVal val="0"/>
          <c:showCatName val="0"/>
          <c:showSerName val="0"/>
          <c:showPercent val="0"/>
          <c:showBubbleSize val="0"/>
          <c:showLeaderLines val="0"/>
        </c:dLbls>
        <c:firstSliceAng val="0"/>
        <c:holeSize val="75"/>
      </c:doughnutChart>
      <c:spPr>
        <a:noFill/>
        <a:ln>
          <a:noFill/>
        </a:ln>
        <a:effectLst/>
      </c:spPr>
    </c:plotArea>
    <c:legend>
      <c:legendPos val="b"/>
      <c:layout>
        <c:manualLayout>
          <c:xMode val="edge"/>
          <c:yMode val="edge"/>
          <c:x val="0.32457568412009646"/>
          <c:y val="0.94482848736663783"/>
          <c:w val="0.24799943092589452"/>
          <c:h val="4.2662826729912687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
              <a:ea typeface="+mn-ea"/>
              <a:cs typeface="+mn-cs"/>
            </a:defRPr>
          </a:pPr>
          <a:endParaRPr lang="ru-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1:notes"/>
          <p:cNvSpPr txBox="1"/>
          <p:nvPr>
            <p:ph idx="1" type="body"/>
          </p:nvPr>
        </p:nvSpPr>
        <p:spPr>
          <a:xfrm>
            <a:off x="2010400" y="5371925"/>
            <a:ext cx="16083275"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2:notes"/>
          <p:cNvSpPr txBox="1"/>
          <p:nvPr>
            <p:ph idx="1" type="body"/>
          </p:nvPr>
        </p:nvSpPr>
        <p:spPr>
          <a:xfrm>
            <a:off x="2010400" y="5371925"/>
            <a:ext cx="16083275"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txBox="1"/>
          <p:nvPr>
            <p:ph idx="1" type="body"/>
          </p:nvPr>
        </p:nvSpPr>
        <p:spPr>
          <a:xfrm>
            <a:off x="2010400" y="5371925"/>
            <a:ext cx="16083275"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2010400" y="5371925"/>
            <a:ext cx="16083275"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bg>
      <p:bgPr>
        <a:solidFill>
          <a:schemeClr val="lt1"/>
        </a:solidFill>
      </p:bgPr>
    </p:bg>
    <p:spTree>
      <p:nvGrpSpPr>
        <p:cNvPr id="12" name="Shape 12"/>
        <p:cNvGrpSpPr/>
        <p:nvPr/>
      </p:nvGrpSpPr>
      <p:grpSpPr>
        <a:xfrm>
          <a:off x="0" y="0"/>
          <a:ext cx="0" cy="0"/>
          <a:chOff x="0" y="0"/>
          <a:chExt cx="0" cy="0"/>
        </a:xfrm>
      </p:grpSpPr>
      <p:sp>
        <p:nvSpPr>
          <p:cNvPr id="13" name="Google Shape;13;p6"/>
          <p:cNvSpPr txBox="1"/>
          <p:nvPr>
            <p:ph type="title"/>
          </p:nvPr>
        </p:nvSpPr>
        <p:spPr>
          <a:xfrm>
            <a:off x="1208619" y="2504154"/>
            <a:ext cx="7105650" cy="10731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100">
                <a:solidFill>
                  <a:srgbClr val="17244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6"/>
          <p:cNvSpPr txBox="1"/>
          <p:nvPr>
            <p:ph idx="1" type="body"/>
          </p:nvPr>
        </p:nvSpPr>
        <p:spPr>
          <a:xfrm>
            <a:off x="10295318" y="2613380"/>
            <a:ext cx="8672830" cy="2526029"/>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950">
                <a:solidFill>
                  <a:srgbClr val="172440"/>
                </a:solidFill>
                <a:latin typeface="Ubuntu Sans"/>
                <a:ea typeface="Ubuntu Sans"/>
                <a:cs typeface="Ubuntu Sans"/>
                <a:sym typeface="Ubuntu Sans"/>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 name="Google Shape;15;p6"/>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6"/>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6"/>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8" name="Shape 18"/>
        <p:cNvGrpSpPr/>
        <p:nvPr/>
      </p:nvGrpSpPr>
      <p:grpSpPr>
        <a:xfrm>
          <a:off x="0" y="0"/>
          <a:ext cx="0" cy="0"/>
          <a:chOff x="0" y="0"/>
          <a:chExt cx="0" cy="0"/>
        </a:xfrm>
      </p:grpSpPr>
      <p:sp>
        <p:nvSpPr>
          <p:cNvPr id="19" name="Google Shape;19;p7"/>
          <p:cNvSpPr txBox="1"/>
          <p:nvPr>
            <p:ph type="ctrTitle"/>
          </p:nvPr>
        </p:nvSpPr>
        <p:spPr>
          <a:xfrm>
            <a:off x="1507807" y="3505898"/>
            <a:ext cx="17088486" cy="2374963"/>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100">
                <a:solidFill>
                  <a:srgbClr val="17244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7"/>
          <p:cNvSpPr txBox="1"/>
          <p:nvPr>
            <p:ph idx="1" type="subTitle"/>
          </p:nvPr>
        </p:nvSpPr>
        <p:spPr>
          <a:xfrm>
            <a:off x="3015615" y="6333236"/>
            <a:ext cx="14072870" cy="282733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950">
                <a:solidFill>
                  <a:srgbClr val="172440"/>
                </a:solidFill>
                <a:latin typeface="Ubuntu Sans"/>
                <a:ea typeface="Ubuntu Sans"/>
                <a:cs typeface="Ubuntu Sans"/>
                <a:sym typeface="Ubuntu San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7"/>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7"/>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7"/>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24" name="Shape 24"/>
        <p:cNvGrpSpPr/>
        <p:nvPr/>
      </p:nvGrpSpPr>
      <p:grpSpPr>
        <a:xfrm>
          <a:off x="0" y="0"/>
          <a:ext cx="0" cy="0"/>
          <a:chOff x="0" y="0"/>
          <a:chExt cx="0" cy="0"/>
        </a:xfrm>
      </p:grpSpPr>
      <p:sp>
        <p:nvSpPr>
          <p:cNvPr id="25" name="Google Shape;25;p8"/>
          <p:cNvSpPr/>
          <p:nvPr/>
        </p:nvSpPr>
        <p:spPr>
          <a:xfrm>
            <a:off x="0" y="0"/>
            <a:ext cx="20104100" cy="11308715"/>
          </a:xfrm>
          <a:custGeom>
            <a:rect b="b" l="l" r="r" t="t"/>
            <a:pathLst>
              <a:path extrusionOk="0" h="11308715" w="20104100">
                <a:moveTo>
                  <a:pt x="20104099" y="0"/>
                </a:moveTo>
                <a:lnTo>
                  <a:pt x="0" y="0"/>
                </a:lnTo>
                <a:lnTo>
                  <a:pt x="0" y="11308556"/>
                </a:lnTo>
                <a:lnTo>
                  <a:pt x="20104099" y="11308556"/>
                </a:lnTo>
                <a:lnTo>
                  <a:pt x="20104099" y="0"/>
                </a:lnTo>
                <a:close/>
              </a:path>
            </a:pathLst>
          </a:custGeom>
          <a:solidFill>
            <a:srgbClr val="1724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6" name="Google Shape;26;p8"/>
          <p:cNvPicPr preferRelativeResize="0"/>
          <p:nvPr/>
        </p:nvPicPr>
        <p:blipFill rotWithShape="1">
          <a:blip r:embed="rId2">
            <a:alphaModFix/>
          </a:blip>
          <a:srcRect b="0" l="0" r="0" t="0"/>
          <a:stretch/>
        </p:blipFill>
        <p:spPr>
          <a:xfrm>
            <a:off x="8832966" y="5556"/>
            <a:ext cx="11271133" cy="11303000"/>
          </a:xfrm>
          <a:prstGeom prst="rect">
            <a:avLst/>
          </a:prstGeom>
          <a:noFill/>
          <a:ln>
            <a:noFill/>
          </a:ln>
        </p:spPr>
      </p:pic>
      <p:sp>
        <p:nvSpPr>
          <p:cNvPr id="27" name="Google Shape;27;p8"/>
          <p:cNvSpPr txBox="1"/>
          <p:nvPr>
            <p:ph type="title"/>
          </p:nvPr>
        </p:nvSpPr>
        <p:spPr>
          <a:xfrm>
            <a:off x="1208619" y="2504154"/>
            <a:ext cx="7105650" cy="10731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100">
                <a:solidFill>
                  <a:srgbClr val="17244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8"/>
          <p:cNvSpPr txBox="1"/>
          <p:nvPr>
            <p:ph idx="1" type="body"/>
          </p:nvPr>
        </p:nvSpPr>
        <p:spPr>
          <a:xfrm>
            <a:off x="1208619" y="3759528"/>
            <a:ext cx="8672830" cy="639000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450">
                <a:solidFill>
                  <a:schemeClr val="lt1"/>
                </a:solidFill>
                <a:latin typeface="Ubuntu Mono"/>
                <a:ea typeface="Ubuntu Mono"/>
                <a:cs typeface="Ubuntu Mono"/>
                <a:sym typeface="Ubuntu Mono"/>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 name="Google Shape;29;p8"/>
          <p:cNvSpPr txBox="1"/>
          <p:nvPr>
            <p:ph idx="2" type="body"/>
          </p:nvPr>
        </p:nvSpPr>
        <p:spPr>
          <a:xfrm>
            <a:off x="10353611" y="2601150"/>
            <a:ext cx="8745284" cy="7464171"/>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 name="Google Shape;30;p8"/>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8"/>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8"/>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3" name="Shape 33"/>
        <p:cNvGrpSpPr/>
        <p:nvPr/>
      </p:nvGrpSpPr>
      <p:grpSpPr>
        <a:xfrm>
          <a:off x="0" y="0"/>
          <a:ext cx="0" cy="0"/>
          <a:chOff x="0" y="0"/>
          <a:chExt cx="0" cy="0"/>
        </a:xfrm>
      </p:grpSpPr>
      <p:sp>
        <p:nvSpPr>
          <p:cNvPr id="34" name="Google Shape;34;p9"/>
          <p:cNvSpPr txBox="1"/>
          <p:nvPr>
            <p:ph type="title"/>
          </p:nvPr>
        </p:nvSpPr>
        <p:spPr>
          <a:xfrm>
            <a:off x="1208619" y="2504154"/>
            <a:ext cx="7105650" cy="10731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100">
                <a:solidFill>
                  <a:srgbClr val="17244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9"/>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9"/>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9"/>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8" name="Shape 38"/>
        <p:cNvGrpSpPr/>
        <p:nvPr/>
      </p:nvGrpSpPr>
      <p:grpSpPr>
        <a:xfrm>
          <a:off x="0" y="0"/>
          <a:ext cx="0" cy="0"/>
          <a:chOff x="0" y="0"/>
          <a:chExt cx="0" cy="0"/>
        </a:xfrm>
      </p:grpSpPr>
      <p:sp>
        <p:nvSpPr>
          <p:cNvPr id="39" name="Google Shape;39;p10"/>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0"/>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0"/>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
          <p:cNvSpPr/>
          <p:nvPr/>
        </p:nvSpPr>
        <p:spPr>
          <a:xfrm>
            <a:off x="0" y="0"/>
            <a:ext cx="20104100" cy="11308715"/>
          </a:xfrm>
          <a:custGeom>
            <a:rect b="b" l="l" r="r" t="t"/>
            <a:pathLst>
              <a:path extrusionOk="0" h="11308715" w="20104100">
                <a:moveTo>
                  <a:pt x="20104099" y="0"/>
                </a:moveTo>
                <a:lnTo>
                  <a:pt x="0" y="0"/>
                </a:lnTo>
                <a:lnTo>
                  <a:pt x="0" y="11308556"/>
                </a:lnTo>
                <a:lnTo>
                  <a:pt x="20104099" y="11308556"/>
                </a:lnTo>
                <a:lnTo>
                  <a:pt x="20104099" y="0"/>
                </a:lnTo>
                <a:close/>
              </a:path>
            </a:pathLst>
          </a:custGeom>
          <a:solidFill>
            <a:srgbClr val="1724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 name="Google Shape;7;p5"/>
          <p:cNvSpPr txBox="1"/>
          <p:nvPr>
            <p:ph type="title"/>
          </p:nvPr>
        </p:nvSpPr>
        <p:spPr>
          <a:xfrm>
            <a:off x="1208619" y="2504154"/>
            <a:ext cx="7105650" cy="107315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3100" u="none" cap="none" strike="noStrike">
                <a:solidFill>
                  <a:srgbClr val="17244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5"/>
          <p:cNvSpPr txBox="1"/>
          <p:nvPr>
            <p:ph idx="1" type="body"/>
          </p:nvPr>
        </p:nvSpPr>
        <p:spPr>
          <a:xfrm>
            <a:off x="10295318" y="2613380"/>
            <a:ext cx="8672830" cy="2526029"/>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950" u="none" cap="none" strike="noStrike">
                <a:solidFill>
                  <a:srgbClr val="172440"/>
                </a:solidFill>
                <a:latin typeface="Ubuntu Sans"/>
                <a:ea typeface="Ubuntu Sans"/>
                <a:cs typeface="Ubuntu Sans"/>
                <a:sym typeface="Ubuntu Sans"/>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5"/>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5"/>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5" name="Shape 45"/>
        <p:cNvGrpSpPr/>
        <p:nvPr/>
      </p:nvGrpSpPr>
      <p:grpSpPr>
        <a:xfrm>
          <a:off x="0" y="0"/>
          <a:ext cx="0" cy="0"/>
          <a:chOff x="0" y="0"/>
          <a:chExt cx="0" cy="0"/>
        </a:xfrm>
      </p:grpSpPr>
      <p:sp>
        <p:nvSpPr>
          <p:cNvPr id="46" name="Google Shape;46;p1"/>
          <p:cNvSpPr/>
          <p:nvPr/>
        </p:nvSpPr>
        <p:spPr>
          <a:xfrm>
            <a:off x="0" y="0"/>
            <a:ext cx="20104100" cy="11309350"/>
          </a:xfrm>
          <a:prstGeom prst="rect">
            <a:avLst/>
          </a:prstGeom>
          <a:solidFill>
            <a:srgbClr val="172440"/>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47" name="Google Shape;47;p1"/>
          <p:cNvSpPr txBox="1"/>
          <p:nvPr/>
        </p:nvSpPr>
        <p:spPr>
          <a:xfrm>
            <a:off x="1155651" y="8024361"/>
            <a:ext cx="11215349" cy="1485278"/>
          </a:xfrm>
          <a:prstGeom prst="rect">
            <a:avLst/>
          </a:prstGeom>
          <a:noFill/>
          <a:ln>
            <a:noFill/>
          </a:ln>
        </p:spPr>
        <p:txBody>
          <a:bodyPr anchorCtr="0" anchor="t" bIns="0" lIns="0" spcFirstLastPara="1" rIns="0" wrap="square" tIns="12700">
            <a:spAutoFit/>
          </a:bodyPr>
          <a:lstStyle/>
          <a:p>
            <a:pPr indent="0" lvl="0" marL="12700" marR="18415" rtl="0" algn="l">
              <a:lnSpc>
                <a:spcPct val="150000"/>
              </a:lnSpc>
              <a:spcBef>
                <a:spcPts val="0"/>
              </a:spcBef>
              <a:spcAft>
                <a:spcPts val="0"/>
              </a:spcAft>
              <a:buNone/>
            </a:pPr>
            <a:r>
              <a:rPr lang="en" sz="4000">
                <a:solidFill>
                  <a:srgbClr val="AF2384"/>
                </a:solidFill>
                <a:latin typeface="Arial"/>
                <a:ea typeface="Arial"/>
                <a:cs typeface="Arial"/>
                <a:sym typeface="Arial"/>
              </a:rPr>
              <a:t>HORUS</a:t>
            </a:r>
          </a:p>
        </p:txBody>
      </p:sp>
      <p:sp>
        <p:nvSpPr>
          <p:cNvPr id="48" name="Google Shape;48;p1"/>
          <p:cNvSpPr txBox="1"/>
          <p:nvPr/>
        </p:nvSpPr>
        <p:spPr>
          <a:xfrm>
            <a:off x="1155652" y="9753051"/>
            <a:ext cx="10972800" cy="54864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2450">
                <a:solidFill>
                  <a:srgbClr val="FFFFFF"/>
                </a:solidFill>
                <a:latin typeface="Ubuntu Sans"/>
                <a:ea typeface="Ubuntu Sans"/>
                <a:cs typeface="Ubuntu Sans"/>
                <a:sym typeface="Ubuntu Sans"/>
              </a:rPr>
              <a:t>Hivemind for Onboard Radiological Understanding &amp; Sorting</a:t>
            </a:r>
          </a:p>
        </p:txBody>
      </p:sp>
      <p:sp>
        <p:nvSpPr>
          <p:cNvPr id="49" name="Google Shape;49;p1"/>
          <p:cNvSpPr txBox="1"/>
          <p:nvPr/>
        </p:nvSpPr>
        <p:spPr>
          <a:xfrm>
            <a:off x="1750555" y="7278410"/>
            <a:ext cx="4572000" cy="32702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 sz="1950">
                <a:solidFill>
                  <a:srgbClr val="FFFFFF"/>
                </a:solidFill>
                <a:latin typeface="Ubuntu Mono"/>
                <a:ea typeface="Ubuntu Mono"/>
                <a:cs typeface="Ubuntu Mono"/>
                <a:sym typeface="Ubuntu Mono"/>
              </a:rPr>
              <a:t>Egypt  ·  Team Pantomath</a:t>
            </a:r>
          </a:p>
        </p:txBody>
      </p:sp>
      <p:pic>
        <p:nvPicPr>
          <p:cNvPr id="50" name="Google Shape;50;p1"/>
          <p:cNvPicPr preferRelativeResize="0"/>
          <p:nvPr/>
        </p:nvPicPr>
        <p:blipFill rotWithShape="1">
          <a:blip r:embed="rId3">
            <a:alphaModFix/>
          </a:blip>
          <a:srcRect b="0" l="0" r="0" t="0"/>
          <a:stretch/>
        </p:blipFill>
        <p:spPr>
          <a:xfrm>
            <a:off x="1220467" y="1321907"/>
            <a:ext cx="1752624" cy="363751"/>
          </a:xfrm>
          <a:prstGeom prst="rect">
            <a:avLst/>
          </a:prstGeom>
          <a:noFill/>
          <a:ln>
            <a:noFill/>
          </a:ln>
        </p:spPr>
      </p:pic>
      <p:pic>
        <p:nvPicPr>
          <p:cNvPr id="51" name="Google Shape;51;p1"/>
          <p:cNvPicPr preferRelativeResize="0"/>
          <p:nvPr/>
        </p:nvPicPr>
        <p:blipFill rotWithShape="1">
          <a:blip r:embed="rId4">
            <a:alphaModFix/>
          </a:blip>
          <a:srcRect b="0" l="0" r="0" t="0"/>
          <a:stretch/>
        </p:blipFill>
        <p:spPr>
          <a:xfrm>
            <a:off x="3745534" y="1088843"/>
            <a:ext cx="1851816" cy="744038"/>
          </a:xfrm>
          <a:prstGeom prst="rect">
            <a:avLst/>
          </a:prstGeom>
          <a:noFill/>
          <a:ln>
            <a:noFill/>
          </a:ln>
        </p:spPr>
      </p:pic>
      <p:grpSp>
        <p:nvGrpSpPr>
          <p:cNvPr id="52" name="Google Shape;52;p1"/>
          <p:cNvGrpSpPr/>
          <p:nvPr/>
        </p:nvGrpSpPr>
        <p:grpSpPr>
          <a:xfrm>
            <a:off x="0" y="3962506"/>
            <a:ext cx="20104384" cy="7346528"/>
            <a:chOff x="0" y="3962506"/>
            <a:chExt cx="20104384" cy="7346528"/>
          </a:xfrm>
        </p:grpSpPr>
        <p:sp>
          <p:nvSpPr>
            <p:cNvPr id="53" name="Google Shape;53;p1"/>
            <p:cNvSpPr/>
            <p:nvPr/>
          </p:nvSpPr>
          <p:spPr>
            <a:xfrm>
              <a:off x="0" y="5650088"/>
              <a:ext cx="2218690" cy="1809750"/>
            </a:xfrm>
            <a:custGeom>
              <a:rect b="b" l="l" r="r" t="t"/>
              <a:pathLst>
                <a:path extrusionOk="0" h="1809750" w="2218690">
                  <a:moveTo>
                    <a:pt x="0" y="878165"/>
                  </a:moveTo>
                  <a:lnTo>
                    <a:pt x="48508" y="879802"/>
                  </a:lnTo>
                  <a:lnTo>
                    <a:pt x="101152" y="881215"/>
                  </a:lnTo>
                  <a:lnTo>
                    <a:pt x="152589" y="882224"/>
                  </a:lnTo>
                  <a:lnTo>
                    <a:pt x="202818" y="882829"/>
                  </a:lnTo>
                  <a:lnTo>
                    <a:pt x="251839" y="883030"/>
                  </a:lnTo>
                  <a:lnTo>
                    <a:pt x="278425" y="882943"/>
                  </a:lnTo>
                  <a:lnTo>
                    <a:pt x="343048" y="882222"/>
                  </a:lnTo>
                  <a:lnTo>
                    <a:pt x="422669" y="880761"/>
                  </a:lnTo>
                  <a:lnTo>
                    <a:pt x="467504" y="879765"/>
                  </a:lnTo>
                  <a:lnTo>
                    <a:pt x="515608" y="878581"/>
                  </a:lnTo>
                  <a:lnTo>
                    <a:pt x="566981" y="877208"/>
                  </a:lnTo>
                  <a:lnTo>
                    <a:pt x="610148" y="875951"/>
                  </a:lnTo>
                  <a:lnTo>
                    <a:pt x="654821" y="874452"/>
                  </a:lnTo>
                  <a:lnTo>
                    <a:pt x="701004" y="872711"/>
                  </a:lnTo>
                  <a:lnTo>
                    <a:pt x="748698" y="870730"/>
                  </a:lnTo>
                  <a:lnTo>
                    <a:pt x="797906" y="868507"/>
                  </a:lnTo>
                  <a:lnTo>
                    <a:pt x="848444" y="865955"/>
                  </a:lnTo>
                  <a:lnTo>
                    <a:pt x="900150" y="862936"/>
                  </a:lnTo>
                  <a:lnTo>
                    <a:pt x="953022" y="859451"/>
                  </a:lnTo>
                  <a:lnTo>
                    <a:pt x="1007057" y="855500"/>
                  </a:lnTo>
                  <a:lnTo>
                    <a:pt x="1062254" y="851084"/>
                  </a:lnTo>
                  <a:lnTo>
                    <a:pt x="1062254" y="0"/>
                  </a:lnTo>
                  <a:lnTo>
                    <a:pt x="2218292" y="0"/>
                  </a:lnTo>
                  <a:lnTo>
                    <a:pt x="2218292" y="1559805"/>
                  </a:lnTo>
                  <a:lnTo>
                    <a:pt x="2167155" y="1574331"/>
                  </a:lnTo>
                  <a:lnTo>
                    <a:pt x="2116213" y="1588328"/>
                  </a:lnTo>
                  <a:lnTo>
                    <a:pt x="2065465" y="1601796"/>
                  </a:lnTo>
                  <a:lnTo>
                    <a:pt x="2014910" y="1614736"/>
                  </a:lnTo>
                  <a:lnTo>
                    <a:pt x="1964548" y="1627147"/>
                  </a:lnTo>
                  <a:lnTo>
                    <a:pt x="1914379" y="1639029"/>
                  </a:lnTo>
                  <a:lnTo>
                    <a:pt x="1864403" y="1650383"/>
                  </a:lnTo>
                  <a:lnTo>
                    <a:pt x="1814618" y="1661209"/>
                  </a:lnTo>
                  <a:lnTo>
                    <a:pt x="1765026" y="1671505"/>
                  </a:lnTo>
                  <a:lnTo>
                    <a:pt x="1715624" y="1681274"/>
                  </a:lnTo>
                  <a:lnTo>
                    <a:pt x="1666414" y="1690513"/>
                  </a:lnTo>
                  <a:lnTo>
                    <a:pt x="1617296" y="1699309"/>
                  </a:lnTo>
                  <a:lnTo>
                    <a:pt x="1568179" y="1707717"/>
                  </a:lnTo>
                  <a:lnTo>
                    <a:pt x="1519062" y="1715738"/>
                  </a:lnTo>
                  <a:lnTo>
                    <a:pt x="1469945" y="1723372"/>
                  </a:lnTo>
                  <a:lnTo>
                    <a:pt x="1420828" y="1730621"/>
                  </a:lnTo>
                  <a:lnTo>
                    <a:pt x="1371712" y="1737485"/>
                  </a:lnTo>
                  <a:lnTo>
                    <a:pt x="1322595" y="1743964"/>
                  </a:lnTo>
                  <a:lnTo>
                    <a:pt x="1273478" y="1750060"/>
                  </a:lnTo>
                  <a:lnTo>
                    <a:pt x="1224361" y="1755772"/>
                  </a:lnTo>
                  <a:lnTo>
                    <a:pt x="1175244" y="1761102"/>
                  </a:lnTo>
                  <a:lnTo>
                    <a:pt x="1126126" y="1766050"/>
                  </a:lnTo>
                  <a:lnTo>
                    <a:pt x="1076983" y="1770656"/>
                  </a:lnTo>
                  <a:lnTo>
                    <a:pt x="1027766" y="1774975"/>
                  </a:lnTo>
                  <a:lnTo>
                    <a:pt x="978475" y="1779006"/>
                  </a:lnTo>
                  <a:lnTo>
                    <a:pt x="929111" y="1782751"/>
                  </a:lnTo>
                  <a:lnTo>
                    <a:pt x="879673" y="1786207"/>
                  </a:lnTo>
                  <a:lnTo>
                    <a:pt x="830162" y="1789375"/>
                  </a:lnTo>
                  <a:lnTo>
                    <a:pt x="780577" y="1792256"/>
                  </a:lnTo>
                  <a:lnTo>
                    <a:pt x="730919" y="1794847"/>
                  </a:lnTo>
                  <a:lnTo>
                    <a:pt x="681187" y="1797150"/>
                  </a:lnTo>
                  <a:lnTo>
                    <a:pt x="631382" y="1799163"/>
                  </a:lnTo>
                  <a:lnTo>
                    <a:pt x="581504" y="1800887"/>
                  </a:lnTo>
                  <a:lnTo>
                    <a:pt x="531493" y="1802400"/>
                  </a:lnTo>
                  <a:lnTo>
                    <a:pt x="481264" y="1803770"/>
                  </a:lnTo>
                  <a:lnTo>
                    <a:pt x="430818" y="1804996"/>
                  </a:lnTo>
                  <a:lnTo>
                    <a:pt x="380156" y="1806079"/>
                  </a:lnTo>
                  <a:lnTo>
                    <a:pt x="329278" y="1807017"/>
                  </a:lnTo>
                  <a:lnTo>
                    <a:pt x="278183" y="1807812"/>
                  </a:lnTo>
                  <a:lnTo>
                    <a:pt x="226872" y="1808462"/>
                  </a:lnTo>
                  <a:lnTo>
                    <a:pt x="175345" y="1808969"/>
                  </a:lnTo>
                  <a:lnTo>
                    <a:pt x="123602" y="1809330"/>
                  </a:lnTo>
                  <a:lnTo>
                    <a:pt x="71643" y="1809547"/>
                  </a:lnTo>
                  <a:lnTo>
                    <a:pt x="19469" y="1809620"/>
                  </a:lnTo>
                  <a:lnTo>
                    <a:pt x="0" y="1809556"/>
                  </a:lnTo>
                </a:path>
              </a:pathLst>
            </a:custGeom>
            <a:noFill/>
            <a:ln cap="flat" cmpd="sng" w="10450">
              <a:solidFill>
                <a:srgbClr val="FFFFFF">
                  <a:alpha val="5882"/>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4" name="Google Shape;54;p1"/>
            <p:cNvSpPr/>
            <p:nvPr/>
          </p:nvSpPr>
          <p:spPr>
            <a:xfrm>
              <a:off x="0" y="3962506"/>
              <a:ext cx="2218690" cy="1156335"/>
            </a:xfrm>
            <a:custGeom>
              <a:rect b="b" l="l" r="r" t="t"/>
              <a:pathLst>
                <a:path extrusionOk="0" h="1156335" w="2218690">
                  <a:moveTo>
                    <a:pt x="0" y="7"/>
                  </a:moveTo>
                  <a:lnTo>
                    <a:pt x="50318" y="369"/>
                  </a:lnTo>
                  <a:lnTo>
                    <a:pt x="96451" y="1444"/>
                  </a:lnTo>
                  <a:lnTo>
                    <a:pt x="119218" y="2090"/>
                  </a:lnTo>
                  <a:lnTo>
                    <a:pt x="142539" y="2540"/>
                  </a:lnTo>
                  <a:lnTo>
                    <a:pt x="166417" y="2804"/>
                  </a:lnTo>
                  <a:lnTo>
                    <a:pt x="190857" y="2889"/>
                  </a:lnTo>
                  <a:lnTo>
                    <a:pt x="243103" y="2184"/>
                  </a:lnTo>
                  <a:lnTo>
                    <a:pt x="295277" y="1805"/>
                  </a:lnTo>
                  <a:lnTo>
                    <a:pt x="347378" y="1753"/>
                  </a:lnTo>
                  <a:lnTo>
                    <a:pt x="399406" y="2026"/>
                  </a:lnTo>
                  <a:lnTo>
                    <a:pt x="451361" y="2627"/>
                  </a:lnTo>
                  <a:lnTo>
                    <a:pt x="503244" y="3554"/>
                  </a:lnTo>
                  <a:lnTo>
                    <a:pt x="555054" y="4807"/>
                  </a:lnTo>
                  <a:lnTo>
                    <a:pt x="606791" y="6387"/>
                  </a:lnTo>
                  <a:lnTo>
                    <a:pt x="658456" y="8294"/>
                  </a:lnTo>
                  <a:lnTo>
                    <a:pt x="710049" y="10527"/>
                  </a:lnTo>
                  <a:lnTo>
                    <a:pt x="761569" y="13086"/>
                  </a:lnTo>
                  <a:lnTo>
                    <a:pt x="813017" y="15973"/>
                  </a:lnTo>
                  <a:lnTo>
                    <a:pt x="864393" y="19186"/>
                  </a:lnTo>
                  <a:lnTo>
                    <a:pt x="915697" y="22725"/>
                  </a:lnTo>
                  <a:lnTo>
                    <a:pt x="966928" y="26592"/>
                  </a:lnTo>
                  <a:lnTo>
                    <a:pt x="1018088" y="30785"/>
                  </a:lnTo>
                  <a:lnTo>
                    <a:pt x="1069176" y="35305"/>
                  </a:lnTo>
                  <a:lnTo>
                    <a:pt x="1120192" y="40151"/>
                  </a:lnTo>
                  <a:lnTo>
                    <a:pt x="1171136" y="45325"/>
                  </a:lnTo>
                  <a:lnTo>
                    <a:pt x="1222008" y="50825"/>
                  </a:lnTo>
                  <a:lnTo>
                    <a:pt x="1272782" y="56703"/>
                  </a:lnTo>
                  <a:lnTo>
                    <a:pt x="1323456" y="63010"/>
                  </a:lnTo>
                  <a:lnTo>
                    <a:pt x="1374029" y="69746"/>
                  </a:lnTo>
                  <a:lnTo>
                    <a:pt x="1424501" y="76910"/>
                  </a:lnTo>
                  <a:lnTo>
                    <a:pt x="1474872" y="84502"/>
                  </a:lnTo>
                  <a:lnTo>
                    <a:pt x="1525143" y="92523"/>
                  </a:lnTo>
                  <a:lnTo>
                    <a:pt x="1575313" y="100973"/>
                  </a:lnTo>
                  <a:lnTo>
                    <a:pt x="1625382" y="109851"/>
                  </a:lnTo>
                  <a:lnTo>
                    <a:pt x="1675349" y="119158"/>
                  </a:lnTo>
                  <a:lnTo>
                    <a:pt x="1725216" y="128892"/>
                  </a:lnTo>
                  <a:lnTo>
                    <a:pt x="1774981" y="139055"/>
                  </a:lnTo>
                  <a:lnTo>
                    <a:pt x="1824644" y="149646"/>
                  </a:lnTo>
                  <a:lnTo>
                    <a:pt x="1874207" y="160665"/>
                  </a:lnTo>
                  <a:lnTo>
                    <a:pt x="1923667" y="172113"/>
                  </a:lnTo>
                  <a:lnTo>
                    <a:pt x="1973026" y="183988"/>
                  </a:lnTo>
                  <a:lnTo>
                    <a:pt x="2022283" y="196291"/>
                  </a:lnTo>
                  <a:lnTo>
                    <a:pt x="2071439" y="209022"/>
                  </a:lnTo>
                  <a:lnTo>
                    <a:pt x="2120492" y="222181"/>
                  </a:lnTo>
                  <a:lnTo>
                    <a:pt x="2169443" y="235768"/>
                  </a:lnTo>
                  <a:lnTo>
                    <a:pt x="2218292" y="249782"/>
                  </a:lnTo>
                  <a:lnTo>
                    <a:pt x="2218292" y="1156038"/>
                  </a:lnTo>
                  <a:lnTo>
                    <a:pt x="2168428" y="1140883"/>
                  </a:lnTo>
                  <a:lnTo>
                    <a:pt x="2117597" y="1126364"/>
                  </a:lnTo>
                  <a:lnTo>
                    <a:pt x="2065798" y="1112484"/>
                  </a:lnTo>
                  <a:lnTo>
                    <a:pt x="2013032" y="1099246"/>
                  </a:lnTo>
                  <a:lnTo>
                    <a:pt x="1959297" y="1086653"/>
                  </a:lnTo>
                  <a:lnTo>
                    <a:pt x="1904595" y="1074710"/>
                  </a:lnTo>
                  <a:lnTo>
                    <a:pt x="1857196" y="1064964"/>
                  </a:lnTo>
                  <a:lnTo>
                    <a:pt x="1809621" y="1055633"/>
                  </a:lnTo>
                  <a:lnTo>
                    <a:pt x="1761870" y="1046716"/>
                  </a:lnTo>
                  <a:lnTo>
                    <a:pt x="1713942" y="1038212"/>
                  </a:lnTo>
                  <a:lnTo>
                    <a:pt x="1665836" y="1030121"/>
                  </a:lnTo>
                  <a:lnTo>
                    <a:pt x="1617552" y="1022441"/>
                  </a:lnTo>
                  <a:lnTo>
                    <a:pt x="1569087" y="1015173"/>
                  </a:lnTo>
                  <a:lnTo>
                    <a:pt x="1520572" y="1008280"/>
                  </a:lnTo>
                  <a:lnTo>
                    <a:pt x="1472112" y="1001677"/>
                  </a:lnTo>
                  <a:lnTo>
                    <a:pt x="1423709" y="995363"/>
                  </a:lnTo>
                  <a:lnTo>
                    <a:pt x="1375365" y="989342"/>
                  </a:lnTo>
                  <a:lnTo>
                    <a:pt x="1327082" y="983615"/>
                  </a:lnTo>
                  <a:lnTo>
                    <a:pt x="1278863" y="978183"/>
                  </a:lnTo>
                  <a:lnTo>
                    <a:pt x="1230710" y="973048"/>
                  </a:lnTo>
                  <a:lnTo>
                    <a:pt x="1174952" y="967480"/>
                  </a:lnTo>
                  <a:lnTo>
                    <a:pt x="1120002" y="962396"/>
                  </a:lnTo>
                  <a:lnTo>
                    <a:pt x="1065859" y="957796"/>
                  </a:lnTo>
                  <a:lnTo>
                    <a:pt x="1012524" y="953681"/>
                  </a:lnTo>
                  <a:lnTo>
                    <a:pt x="959997" y="950050"/>
                  </a:lnTo>
                  <a:lnTo>
                    <a:pt x="908280" y="946903"/>
                  </a:lnTo>
                  <a:lnTo>
                    <a:pt x="856841" y="943722"/>
                  </a:lnTo>
                  <a:lnTo>
                    <a:pt x="805431" y="940807"/>
                  </a:lnTo>
                  <a:lnTo>
                    <a:pt x="754052" y="938158"/>
                  </a:lnTo>
                  <a:lnTo>
                    <a:pt x="702703" y="935775"/>
                  </a:lnTo>
                  <a:lnTo>
                    <a:pt x="651383" y="933658"/>
                  </a:lnTo>
                  <a:lnTo>
                    <a:pt x="600094" y="931808"/>
                  </a:lnTo>
                  <a:lnTo>
                    <a:pt x="548834" y="930224"/>
                  </a:lnTo>
                  <a:lnTo>
                    <a:pt x="497604" y="928906"/>
                  </a:lnTo>
                  <a:lnTo>
                    <a:pt x="446404" y="927854"/>
                  </a:lnTo>
                  <a:lnTo>
                    <a:pt x="395235" y="927068"/>
                  </a:lnTo>
                  <a:lnTo>
                    <a:pt x="344095" y="926549"/>
                  </a:lnTo>
                  <a:lnTo>
                    <a:pt x="292985" y="926296"/>
                  </a:lnTo>
                  <a:lnTo>
                    <a:pt x="241906" y="926309"/>
                  </a:lnTo>
                  <a:lnTo>
                    <a:pt x="190857" y="926589"/>
                  </a:lnTo>
                  <a:lnTo>
                    <a:pt x="141820" y="926855"/>
                  </a:lnTo>
                  <a:lnTo>
                    <a:pt x="92671" y="927652"/>
                  </a:lnTo>
                  <a:lnTo>
                    <a:pt x="43409" y="928981"/>
                  </a:lnTo>
                  <a:lnTo>
                    <a:pt x="0" y="930618"/>
                  </a:lnTo>
                </a:path>
              </a:pathLst>
            </a:custGeom>
            <a:noFill/>
            <a:ln cap="flat" cmpd="sng" w="10450">
              <a:solidFill>
                <a:srgbClr val="FFFFFF">
                  <a:alpha val="5882"/>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5" name="Google Shape;55;p1"/>
            <p:cNvSpPr/>
            <p:nvPr/>
          </p:nvSpPr>
          <p:spPr>
            <a:xfrm>
              <a:off x="2799171" y="4026409"/>
              <a:ext cx="4008754" cy="3407410"/>
            </a:xfrm>
            <a:custGeom>
              <a:rect b="b" l="l" r="r" t="t"/>
              <a:pathLst>
                <a:path extrusionOk="0" h="3407409" w="4008754">
                  <a:moveTo>
                    <a:pt x="4008411" y="2495075"/>
                  </a:moveTo>
                  <a:lnTo>
                    <a:pt x="4008411" y="3407142"/>
                  </a:lnTo>
                  <a:lnTo>
                    <a:pt x="0" y="3407142"/>
                  </a:lnTo>
                  <a:lnTo>
                    <a:pt x="0" y="0"/>
                  </a:lnTo>
                  <a:lnTo>
                    <a:pt x="1158959" y="0"/>
                  </a:lnTo>
                  <a:lnTo>
                    <a:pt x="1158959" y="2495075"/>
                  </a:lnTo>
                  <a:lnTo>
                    <a:pt x="4008411" y="2495075"/>
                  </a:lnTo>
                  <a:close/>
                </a:path>
              </a:pathLst>
            </a:custGeom>
            <a:noFill/>
            <a:ln cap="flat" cmpd="sng" w="10450">
              <a:solidFill>
                <a:srgbClr val="FFFFFF">
                  <a:alpha val="5882"/>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6" name="Google Shape;56;p1"/>
            <p:cNvSpPr/>
            <p:nvPr/>
          </p:nvSpPr>
          <p:spPr>
            <a:xfrm>
              <a:off x="0" y="7909244"/>
              <a:ext cx="4439285" cy="3399790"/>
            </a:xfrm>
            <a:custGeom>
              <a:rect b="b" l="l" r="r" t="t"/>
              <a:pathLst>
                <a:path extrusionOk="0" h="3399790" w="4439285">
                  <a:moveTo>
                    <a:pt x="3280257" y="3399312"/>
                  </a:moveTo>
                  <a:lnTo>
                    <a:pt x="3280257" y="2158143"/>
                  </a:lnTo>
                  <a:lnTo>
                    <a:pt x="715455" y="2158143"/>
                  </a:lnTo>
                  <a:lnTo>
                    <a:pt x="715455" y="3399312"/>
                  </a:lnTo>
                </a:path>
                <a:path extrusionOk="0" h="3399790" w="4439285">
                  <a:moveTo>
                    <a:pt x="0" y="0"/>
                  </a:moveTo>
                  <a:lnTo>
                    <a:pt x="715455" y="0"/>
                  </a:lnTo>
                  <a:lnTo>
                    <a:pt x="715455" y="1246077"/>
                  </a:lnTo>
                  <a:lnTo>
                    <a:pt x="3280257" y="1246077"/>
                  </a:lnTo>
                  <a:lnTo>
                    <a:pt x="3280257" y="0"/>
                  </a:lnTo>
                  <a:lnTo>
                    <a:pt x="4439195" y="0"/>
                  </a:lnTo>
                  <a:lnTo>
                    <a:pt x="4439195" y="3399312"/>
                  </a:lnTo>
                </a:path>
              </a:pathLst>
            </a:custGeom>
            <a:noFill/>
            <a:ln cap="flat" cmpd="sng" w="10450">
              <a:solidFill>
                <a:srgbClr val="FFFFFF">
                  <a:alpha val="5882"/>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7" name="Google Shape;57;p1"/>
            <p:cNvSpPr/>
            <p:nvPr/>
          </p:nvSpPr>
          <p:spPr>
            <a:xfrm>
              <a:off x="7025403" y="3992818"/>
              <a:ext cx="5257800" cy="3497579"/>
            </a:xfrm>
            <a:custGeom>
              <a:rect b="b" l="l" r="r" t="t"/>
              <a:pathLst>
                <a:path extrusionOk="0" h="3497579" w="5257800">
                  <a:moveTo>
                    <a:pt x="2628705" y="2575158"/>
                  </a:moveTo>
                  <a:lnTo>
                    <a:pt x="2632558" y="2575158"/>
                  </a:lnTo>
                  <a:lnTo>
                    <a:pt x="2634014" y="2574708"/>
                  </a:lnTo>
                  <a:lnTo>
                    <a:pt x="2633071" y="2573713"/>
                  </a:lnTo>
                  <a:lnTo>
                    <a:pt x="2632055" y="2572750"/>
                  </a:lnTo>
                  <a:lnTo>
                    <a:pt x="2630611" y="2572237"/>
                  </a:lnTo>
                  <a:lnTo>
                    <a:pt x="2628705" y="2572237"/>
                  </a:lnTo>
                  <a:lnTo>
                    <a:pt x="2626747" y="2572237"/>
                  </a:lnTo>
                  <a:lnTo>
                    <a:pt x="2625815" y="2572750"/>
                  </a:lnTo>
                  <a:lnTo>
                    <a:pt x="2625815" y="2573713"/>
                  </a:lnTo>
                  <a:lnTo>
                    <a:pt x="2625815" y="2574708"/>
                  </a:lnTo>
                  <a:lnTo>
                    <a:pt x="2626747" y="2575158"/>
                  </a:lnTo>
                  <a:lnTo>
                    <a:pt x="2628705" y="2575158"/>
                  </a:lnTo>
                  <a:close/>
                </a:path>
                <a:path extrusionOk="0" h="3497579" w="5257800">
                  <a:moveTo>
                    <a:pt x="2628705" y="2572237"/>
                  </a:moveTo>
                  <a:lnTo>
                    <a:pt x="2680416" y="2571932"/>
                  </a:lnTo>
                  <a:lnTo>
                    <a:pt x="2732158" y="2571018"/>
                  </a:lnTo>
                  <a:lnTo>
                    <a:pt x="2783930" y="2569494"/>
                  </a:lnTo>
                  <a:lnTo>
                    <a:pt x="2835732" y="2567360"/>
                  </a:lnTo>
                  <a:lnTo>
                    <a:pt x="2887565" y="2564617"/>
                  </a:lnTo>
                  <a:lnTo>
                    <a:pt x="2939427" y="2561263"/>
                  </a:lnTo>
                  <a:lnTo>
                    <a:pt x="2991319" y="2557299"/>
                  </a:lnTo>
                  <a:lnTo>
                    <a:pt x="3043240" y="2552725"/>
                  </a:lnTo>
                  <a:lnTo>
                    <a:pt x="3095191" y="2547541"/>
                  </a:lnTo>
                  <a:lnTo>
                    <a:pt x="3147171" y="2541746"/>
                  </a:lnTo>
                  <a:lnTo>
                    <a:pt x="3198652" y="2535077"/>
                  </a:lnTo>
                  <a:lnTo>
                    <a:pt x="3249119" y="2527277"/>
                  </a:lnTo>
                  <a:lnTo>
                    <a:pt x="3298572" y="2518345"/>
                  </a:lnTo>
                  <a:lnTo>
                    <a:pt x="3347009" y="2508282"/>
                  </a:lnTo>
                  <a:lnTo>
                    <a:pt x="3394431" y="2497086"/>
                  </a:lnTo>
                  <a:lnTo>
                    <a:pt x="3440837" y="2484758"/>
                  </a:lnTo>
                  <a:lnTo>
                    <a:pt x="3486226" y="2471297"/>
                  </a:lnTo>
                  <a:lnTo>
                    <a:pt x="3530598" y="2456704"/>
                  </a:lnTo>
                  <a:lnTo>
                    <a:pt x="3573952" y="2440977"/>
                  </a:lnTo>
                  <a:lnTo>
                    <a:pt x="3616287" y="2424116"/>
                  </a:lnTo>
                  <a:lnTo>
                    <a:pt x="3667366" y="2401171"/>
                  </a:lnTo>
                  <a:lnTo>
                    <a:pt x="3716039" y="2375914"/>
                  </a:lnTo>
                  <a:lnTo>
                    <a:pt x="3762306" y="2348344"/>
                  </a:lnTo>
                  <a:lnTo>
                    <a:pt x="3806169" y="2318459"/>
                  </a:lnTo>
                  <a:lnTo>
                    <a:pt x="3847627" y="2286260"/>
                  </a:lnTo>
                  <a:lnTo>
                    <a:pt x="3886683" y="2251746"/>
                  </a:lnTo>
                  <a:lnTo>
                    <a:pt x="3923335" y="2214915"/>
                  </a:lnTo>
                  <a:lnTo>
                    <a:pt x="3957586" y="2175767"/>
                  </a:lnTo>
                  <a:lnTo>
                    <a:pt x="3985392" y="2138670"/>
                  </a:lnTo>
                  <a:lnTo>
                    <a:pt x="4010077" y="2099028"/>
                  </a:lnTo>
                  <a:lnTo>
                    <a:pt x="4031641" y="2056841"/>
                  </a:lnTo>
                  <a:lnTo>
                    <a:pt x="4050085" y="2012107"/>
                  </a:lnTo>
                  <a:lnTo>
                    <a:pt x="4065411" y="1964826"/>
                  </a:lnTo>
                  <a:lnTo>
                    <a:pt x="4077619" y="1914999"/>
                  </a:lnTo>
                  <a:lnTo>
                    <a:pt x="4086711" y="1862624"/>
                  </a:lnTo>
                  <a:lnTo>
                    <a:pt x="4092688" y="1807701"/>
                  </a:lnTo>
                  <a:lnTo>
                    <a:pt x="4095550" y="1750231"/>
                  </a:lnTo>
                  <a:lnTo>
                    <a:pt x="4093815" y="1694323"/>
                  </a:lnTo>
                  <a:lnTo>
                    <a:pt x="4088611" y="1640835"/>
                  </a:lnTo>
                  <a:lnTo>
                    <a:pt x="4079937" y="1589767"/>
                  </a:lnTo>
                  <a:lnTo>
                    <a:pt x="4067792" y="1541115"/>
                  </a:lnTo>
                  <a:lnTo>
                    <a:pt x="4052177" y="1494879"/>
                  </a:lnTo>
                  <a:lnTo>
                    <a:pt x="4033091" y="1451056"/>
                  </a:lnTo>
                  <a:lnTo>
                    <a:pt x="4006424" y="1401395"/>
                  </a:lnTo>
                  <a:lnTo>
                    <a:pt x="3976391" y="1354630"/>
                  </a:lnTo>
                  <a:lnTo>
                    <a:pt x="3942990" y="1310765"/>
                  </a:lnTo>
                  <a:lnTo>
                    <a:pt x="3906217" y="1269806"/>
                  </a:lnTo>
                  <a:lnTo>
                    <a:pt x="3866070" y="1231754"/>
                  </a:lnTo>
                  <a:lnTo>
                    <a:pt x="3830170" y="1202180"/>
                  </a:lnTo>
                  <a:lnTo>
                    <a:pt x="3792165" y="1174469"/>
                  </a:lnTo>
                  <a:lnTo>
                    <a:pt x="3752059" y="1148615"/>
                  </a:lnTo>
                  <a:lnTo>
                    <a:pt x="3709857" y="1124615"/>
                  </a:lnTo>
                  <a:lnTo>
                    <a:pt x="3665562" y="1102464"/>
                  </a:lnTo>
                  <a:lnTo>
                    <a:pt x="3619177" y="1082157"/>
                  </a:lnTo>
                  <a:lnTo>
                    <a:pt x="3571169" y="1063442"/>
                  </a:lnTo>
                  <a:lnTo>
                    <a:pt x="3522032" y="1046017"/>
                  </a:lnTo>
                  <a:lnTo>
                    <a:pt x="3471766" y="1029882"/>
                  </a:lnTo>
                  <a:lnTo>
                    <a:pt x="3420370" y="1015036"/>
                  </a:lnTo>
                  <a:lnTo>
                    <a:pt x="3367845" y="1001478"/>
                  </a:lnTo>
                  <a:lnTo>
                    <a:pt x="3314192" y="989207"/>
                  </a:lnTo>
                  <a:lnTo>
                    <a:pt x="3267441" y="979694"/>
                  </a:lnTo>
                  <a:lnTo>
                    <a:pt x="3220162" y="971070"/>
                  </a:lnTo>
                  <a:lnTo>
                    <a:pt x="3172353" y="963337"/>
                  </a:lnTo>
                  <a:lnTo>
                    <a:pt x="3124015" y="956492"/>
                  </a:lnTo>
                  <a:lnTo>
                    <a:pt x="3075146" y="950536"/>
                  </a:lnTo>
                  <a:lnTo>
                    <a:pt x="3025746" y="945470"/>
                  </a:lnTo>
                  <a:lnTo>
                    <a:pt x="2975815" y="941292"/>
                  </a:lnTo>
                  <a:lnTo>
                    <a:pt x="2925685" y="937769"/>
                  </a:lnTo>
                  <a:lnTo>
                    <a:pt x="2875736" y="934658"/>
                  </a:lnTo>
                  <a:lnTo>
                    <a:pt x="2825969" y="931961"/>
                  </a:lnTo>
                  <a:lnTo>
                    <a:pt x="2776381" y="929678"/>
                  </a:lnTo>
                  <a:lnTo>
                    <a:pt x="2726975" y="927810"/>
                  </a:lnTo>
                  <a:lnTo>
                    <a:pt x="2677750" y="926358"/>
                  </a:lnTo>
                  <a:lnTo>
                    <a:pt x="2628705" y="925324"/>
                  </a:lnTo>
                  <a:lnTo>
                    <a:pt x="2579639" y="925621"/>
                  </a:lnTo>
                  <a:lnTo>
                    <a:pt x="2530402" y="926511"/>
                  </a:lnTo>
                  <a:lnTo>
                    <a:pt x="2480992" y="927993"/>
                  </a:lnTo>
                  <a:lnTo>
                    <a:pt x="2431408" y="930069"/>
                  </a:lnTo>
                  <a:lnTo>
                    <a:pt x="2381648" y="932737"/>
                  </a:lnTo>
                  <a:lnTo>
                    <a:pt x="2331711" y="935996"/>
                  </a:lnTo>
                  <a:lnTo>
                    <a:pt x="2281595" y="939847"/>
                  </a:lnTo>
                  <a:lnTo>
                    <a:pt x="2231675" y="944418"/>
                  </a:lnTo>
                  <a:lnTo>
                    <a:pt x="2182355" y="949813"/>
                  </a:lnTo>
                  <a:lnTo>
                    <a:pt x="2133631" y="956033"/>
                  </a:lnTo>
                  <a:lnTo>
                    <a:pt x="2085503" y="963081"/>
                  </a:lnTo>
                  <a:lnTo>
                    <a:pt x="2037966" y="970958"/>
                  </a:lnTo>
                  <a:lnTo>
                    <a:pt x="1991021" y="979666"/>
                  </a:lnTo>
                  <a:lnTo>
                    <a:pt x="1944663" y="989207"/>
                  </a:lnTo>
                  <a:lnTo>
                    <a:pt x="1891448" y="1001478"/>
                  </a:lnTo>
                  <a:lnTo>
                    <a:pt x="1839280" y="1015036"/>
                  </a:lnTo>
                  <a:lnTo>
                    <a:pt x="1788161" y="1029882"/>
                  </a:lnTo>
                  <a:lnTo>
                    <a:pt x="1738093" y="1046017"/>
                  </a:lnTo>
                  <a:lnTo>
                    <a:pt x="1689079" y="1063442"/>
                  </a:lnTo>
                  <a:lnTo>
                    <a:pt x="1641122" y="1082157"/>
                  </a:lnTo>
                  <a:lnTo>
                    <a:pt x="1594679" y="1102464"/>
                  </a:lnTo>
                  <a:lnTo>
                    <a:pt x="1550259" y="1124615"/>
                  </a:lnTo>
                  <a:lnTo>
                    <a:pt x="1507859" y="1148615"/>
                  </a:lnTo>
                  <a:lnTo>
                    <a:pt x="1467481" y="1174469"/>
                  </a:lnTo>
                  <a:lnTo>
                    <a:pt x="1429123" y="1202180"/>
                  </a:lnTo>
                  <a:lnTo>
                    <a:pt x="1392784" y="1231754"/>
                  </a:lnTo>
                  <a:lnTo>
                    <a:pt x="1358679" y="1263262"/>
                  </a:lnTo>
                  <a:lnTo>
                    <a:pt x="1327084" y="1296789"/>
                  </a:lnTo>
                  <a:lnTo>
                    <a:pt x="1297997" y="1332335"/>
                  </a:lnTo>
                  <a:lnTo>
                    <a:pt x="1271415" y="1369896"/>
                  </a:lnTo>
                  <a:lnTo>
                    <a:pt x="1247338" y="1409471"/>
                  </a:lnTo>
                  <a:lnTo>
                    <a:pt x="1225763" y="1451056"/>
                  </a:lnTo>
                  <a:lnTo>
                    <a:pt x="1207036" y="1494879"/>
                  </a:lnTo>
                  <a:lnTo>
                    <a:pt x="1191537" y="1541115"/>
                  </a:lnTo>
                  <a:lnTo>
                    <a:pt x="1179267" y="1589767"/>
                  </a:lnTo>
                  <a:lnTo>
                    <a:pt x="1170230" y="1640835"/>
                  </a:lnTo>
                  <a:lnTo>
                    <a:pt x="1164426" y="1694323"/>
                  </a:lnTo>
                  <a:lnTo>
                    <a:pt x="1161859" y="1750231"/>
                  </a:lnTo>
                  <a:lnTo>
                    <a:pt x="1165361" y="1807074"/>
                  </a:lnTo>
                  <a:lnTo>
                    <a:pt x="1172012" y="1861419"/>
                  </a:lnTo>
                  <a:lnTo>
                    <a:pt x="1181813" y="1913262"/>
                  </a:lnTo>
                  <a:lnTo>
                    <a:pt x="1194763" y="1962603"/>
                  </a:lnTo>
                  <a:lnTo>
                    <a:pt x="1210861" y="2009440"/>
                  </a:lnTo>
                  <a:lnTo>
                    <a:pt x="1230109" y="2053771"/>
                  </a:lnTo>
                  <a:lnTo>
                    <a:pt x="1252096" y="2095809"/>
                  </a:lnTo>
                  <a:lnTo>
                    <a:pt x="1276423" y="2135748"/>
                  </a:lnTo>
                  <a:lnTo>
                    <a:pt x="1303091" y="2173587"/>
                  </a:lnTo>
                  <a:lnTo>
                    <a:pt x="1332097" y="2209327"/>
                  </a:lnTo>
                  <a:lnTo>
                    <a:pt x="1363440" y="2242967"/>
                  </a:lnTo>
                  <a:lnTo>
                    <a:pt x="1397119" y="2274508"/>
                  </a:lnTo>
                  <a:lnTo>
                    <a:pt x="1432987" y="2304086"/>
                  </a:lnTo>
                  <a:lnTo>
                    <a:pt x="1470866" y="2331808"/>
                  </a:lnTo>
                  <a:lnTo>
                    <a:pt x="1510761" y="2357671"/>
                  </a:lnTo>
                  <a:lnTo>
                    <a:pt x="1552674" y="2381678"/>
                  </a:lnTo>
                  <a:lnTo>
                    <a:pt x="1596608" y="2403826"/>
                  </a:lnTo>
                  <a:lnTo>
                    <a:pt x="1642567" y="2424116"/>
                  </a:lnTo>
                  <a:lnTo>
                    <a:pt x="1690132" y="2442759"/>
                  </a:lnTo>
                  <a:lnTo>
                    <a:pt x="1738903" y="2459947"/>
                  </a:lnTo>
                  <a:lnTo>
                    <a:pt x="1788884" y="2475680"/>
                  </a:lnTo>
                  <a:lnTo>
                    <a:pt x="1840076" y="2489957"/>
                  </a:lnTo>
                  <a:lnTo>
                    <a:pt x="1892483" y="2502778"/>
                  </a:lnTo>
                  <a:lnTo>
                    <a:pt x="1946108" y="2514144"/>
                  </a:lnTo>
                  <a:lnTo>
                    <a:pt x="1992811" y="2522897"/>
                  </a:lnTo>
                  <a:lnTo>
                    <a:pt x="2039993" y="2530873"/>
                  </a:lnTo>
                  <a:lnTo>
                    <a:pt x="2087652" y="2538075"/>
                  </a:lnTo>
                  <a:lnTo>
                    <a:pt x="2135787" y="2544506"/>
                  </a:lnTo>
                  <a:lnTo>
                    <a:pt x="2184398" y="2550167"/>
                  </a:lnTo>
                  <a:lnTo>
                    <a:pt x="2233482" y="2555061"/>
                  </a:lnTo>
                  <a:lnTo>
                    <a:pt x="2283040" y="2559190"/>
                  </a:lnTo>
                  <a:lnTo>
                    <a:pt x="2332773" y="2562653"/>
                  </a:lnTo>
                  <a:lnTo>
                    <a:pt x="2382386" y="2565582"/>
                  </a:lnTo>
                  <a:lnTo>
                    <a:pt x="2431880" y="2567978"/>
                  </a:lnTo>
                  <a:lnTo>
                    <a:pt x="2481257" y="2569842"/>
                  </a:lnTo>
                  <a:lnTo>
                    <a:pt x="2530519" y="2571173"/>
                  </a:lnTo>
                  <a:lnTo>
                    <a:pt x="2579668" y="2571971"/>
                  </a:lnTo>
                  <a:lnTo>
                    <a:pt x="2628705" y="2572237"/>
                  </a:lnTo>
                  <a:close/>
                </a:path>
                <a:path extrusionOk="0" h="3497579" w="5257800">
                  <a:moveTo>
                    <a:pt x="2628705" y="1624"/>
                  </a:moveTo>
                  <a:lnTo>
                    <a:pt x="2680532" y="800"/>
                  </a:lnTo>
                  <a:lnTo>
                    <a:pt x="2732418" y="258"/>
                  </a:lnTo>
                  <a:lnTo>
                    <a:pt x="2784366" y="0"/>
                  </a:lnTo>
                  <a:lnTo>
                    <a:pt x="2836373" y="23"/>
                  </a:lnTo>
                  <a:lnTo>
                    <a:pt x="2888442" y="329"/>
                  </a:lnTo>
                  <a:lnTo>
                    <a:pt x="2940572" y="917"/>
                  </a:lnTo>
                  <a:lnTo>
                    <a:pt x="2992764" y="1787"/>
                  </a:lnTo>
                  <a:lnTo>
                    <a:pt x="3045017" y="2939"/>
                  </a:lnTo>
                  <a:lnTo>
                    <a:pt x="3097333" y="4372"/>
                  </a:lnTo>
                  <a:lnTo>
                    <a:pt x="3149710" y="6086"/>
                  </a:lnTo>
                  <a:lnTo>
                    <a:pt x="3202151" y="8081"/>
                  </a:lnTo>
                  <a:lnTo>
                    <a:pt x="3254654" y="10357"/>
                  </a:lnTo>
                  <a:lnTo>
                    <a:pt x="3307018" y="13085"/>
                  </a:lnTo>
                  <a:lnTo>
                    <a:pt x="3359059" y="16418"/>
                  </a:lnTo>
                  <a:lnTo>
                    <a:pt x="3410777" y="20354"/>
                  </a:lnTo>
                  <a:lnTo>
                    <a:pt x="3462173" y="24895"/>
                  </a:lnTo>
                  <a:lnTo>
                    <a:pt x="3513247" y="30039"/>
                  </a:lnTo>
                  <a:lnTo>
                    <a:pt x="3563998" y="35788"/>
                  </a:lnTo>
                  <a:lnTo>
                    <a:pt x="3614427" y="42141"/>
                  </a:lnTo>
                  <a:lnTo>
                    <a:pt x="3664534" y="49098"/>
                  </a:lnTo>
                  <a:lnTo>
                    <a:pt x="3714318" y="56660"/>
                  </a:lnTo>
                  <a:lnTo>
                    <a:pt x="3763779" y="64826"/>
                  </a:lnTo>
                  <a:lnTo>
                    <a:pt x="3812919" y="73597"/>
                  </a:lnTo>
                  <a:lnTo>
                    <a:pt x="3861735" y="82972"/>
                  </a:lnTo>
                  <a:lnTo>
                    <a:pt x="3914510" y="93996"/>
                  </a:lnTo>
                  <a:lnTo>
                    <a:pt x="3966684" y="105930"/>
                  </a:lnTo>
                  <a:lnTo>
                    <a:pt x="4018257" y="118774"/>
                  </a:lnTo>
                  <a:lnTo>
                    <a:pt x="4069229" y="132529"/>
                  </a:lnTo>
                  <a:lnTo>
                    <a:pt x="4119601" y="147194"/>
                  </a:lnTo>
                  <a:lnTo>
                    <a:pt x="4169373" y="162770"/>
                  </a:lnTo>
                  <a:lnTo>
                    <a:pt x="4218545" y="179258"/>
                  </a:lnTo>
                  <a:lnTo>
                    <a:pt x="4267119" y="196657"/>
                  </a:lnTo>
                  <a:lnTo>
                    <a:pt x="4315093" y="214969"/>
                  </a:lnTo>
                  <a:lnTo>
                    <a:pt x="4362469" y="234192"/>
                  </a:lnTo>
                  <a:lnTo>
                    <a:pt x="4409247" y="254328"/>
                  </a:lnTo>
                  <a:lnTo>
                    <a:pt x="4455166" y="275616"/>
                  </a:lnTo>
                  <a:lnTo>
                    <a:pt x="4499980" y="298270"/>
                  </a:lnTo>
                  <a:lnTo>
                    <a:pt x="4543691" y="322290"/>
                  </a:lnTo>
                  <a:lnTo>
                    <a:pt x="4586297" y="347679"/>
                  </a:lnTo>
                  <a:lnTo>
                    <a:pt x="4627800" y="374434"/>
                  </a:lnTo>
                  <a:lnTo>
                    <a:pt x="4668200" y="402557"/>
                  </a:lnTo>
                  <a:lnTo>
                    <a:pt x="4707496" y="432047"/>
                  </a:lnTo>
                  <a:lnTo>
                    <a:pt x="4745689" y="462906"/>
                  </a:lnTo>
                  <a:lnTo>
                    <a:pt x="4782780" y="495133"/>
                  </a:lnTo>
                  <a:lnTo>
                    <a:pt x="4818768" y="528727"/>
                  </a:lnTo>
                  <a:lnTo>
                    <a:pt x="4853653" y="563691"/>
                  </a:lnTo>
                  <a:lnTo>
                    <a:pt x="4887319" y="600119"/>
                  </a:lnTo>
                  <a:lnTo>
                    <a:pt x="4919665" y="638108"/>
                  </a:lnTo>
                  <a:lnTo>
                    <a:pt x="4950692" y="677658"/>
                  </a:lnTo>
                  <a:lnTo>
                    <a:pt x="4980398" y="718769"/>
                  </a:lnTo>
                  <a:lnTo>
                    <a:pt x="5008785" y="761440"/>
                  </a:lnTo>
                  <a:lnTo>
                    <a:pt x="5035852" y="805671"/>
                  </a:lnTo>
                  <a:lnTo>
                    <a:pt x="5061599" y="851462"/>
                  </a:lnTo>
                  <a:lnTo>
                    <a:pt x="5086026" y="898813"/>
                  </a:lnTo>
                  <a:lnTo>
                    <a:pt x="5109132" y="947723"/>
                  </a:lnTo>
                  <a:lnTo>
                    <a:pt x="5130917" y="998192"/>
                  </a:lnTo>
                  <a:lnTo>
                    <a:pt x="5151382" y="1050220"/>
                  </a:lnTo>
                  <a:lnTo>
                    <a:pt x="5166372" y="1092324"/>
                  </a:lnTo>
                  <a:lnTo>
                    <a:pt x="5180220" y="1135642"/>
                  </a:lnTo>
                  <a:lnTo>
                    <a:pt x="5192926" y="1180176"/>
                  </a:lnTo>
                  <a:lnTo>
                    <a:pt x="5204492" y="1225924"/>
                  </a:lnTo>
                  <a:lnTo>
                    <a:pt x="5214916" y="1272887"/>
                  </a:lnTo>
                  <a:lnTo>
                    <a:pt x="5224199" y="1321065"/>
                  </a:lnTo>
                  <a:lnTo>
                    <a:pt x="5232341" y="1370458"/>
                  </a:lnTo>
                  <a:lnTo>
                    <a:pt x="5239343" y="1421066"/>
                  </a:lnTo>
                  <a:lnTo>
                    <a:pt x="5245205" y="1472889"/>
                  </a:lnTo>
                  <a:lnTo>
                    <a:pt x="5249926" y="1525927"/>
                  </a:lnTo>
                  <a:lnTo>
                    <a:pt x="5253507" y="1580180"/>
                  </a:lnTo>
                  <a:lnTo>
                    <a:pt x="5255948" y="1635649"/>
                  </a:lnTo>
                  <a:lnTo>
                    <a:pt x="5257249" y="1692332"/>
                  </a:lnTo>
                  <a:lnTo>
                    <a:pt x="5257410" y="1750231"/>
                  </a:lnTo>
                  <a:lnTo>
                    <a:pt x="5257249" y="1806523"/>
                  </a:lnTo>
                  <a:lnTo>
                    <a:pt x="5255948" y="1861687"/>
                  </a:lnTo>
                  <a:lnTo>
                    <a:pt x="5253507" y="1915723"/>
                  </a:lnTo>
                  <a:lnTo>
                    <a:pt x="5249926" y="1968630"/>
                  </a:lnTo>
                  <a:lnTo>
                    <a:pt x="5245205" y="2020410"/>
                  </a:lnTo>
                  <a:lnTo>
                    <a:pt x="5239343" y="2071063"/>
                  </a:lnTo>
                  <a:lnTo>
                    <a:pt x="5232341" y="2120588"/>
                  </a:lnTo>
                  <a:lnTo>
                    <a:pt x="5224199" y="2168987"/>
                  </a:lnTo>
                  <a:lnTo>
                    <a:pt x="5214916" y="2216260"/>
                  </a:lnTo>
                  <a:lnTo>
                    <a:pt x="5204492" y="2262406"/>
                  </a:lnTo>
                  <a:lnTo>
                    <a:pt x="5192926" y="2307427"/>
                  </a:lnTo>
                  <a:lnTo>
                    <a:pt x="5180220" y="2351323"/>
                  </a:lnTo>
                  <a:lnTo>
                    <a:pt x="5166372" y="2394093"/>
                  </a:lnTo>
                  <a:lnTo>
                    <a:pt x="5151382" y="2435738"/>
                  </a:lnTo>
                  <a:lnTo>
                    <a:pt x="5130917" y="2487253"/>
                  </a:lnTo>
                  <a:lnTo>
                    <a:pt x="5109132" y="2537233"/>
                  </a:lnTo>
                  <a:lnTo>
                    <a:pt x="5086026" y="2585676"/>
                  </a:lnTo>
                  <a:lnTo>
                    <a:pt x="5061599" y="2632584"/>
                  </a:lnTo>
                  <a:lnTo>
                    <a:pt x="5035852" y="2677956"/>
                  </a:lnTo>
                  <a:lnTo>
                    <a:pt x="5008785" y="2721791"/>
                  </a:lnTo>
                  <a:lnTo>
                    <a:pt x="4980398" y="2764089"/>
                  </a:lnTo>
                  <a:lnTo>
                    <a:pt x="4950692" y="2804849"/>
                  </a:lnTo>
                  <a:lnTo>
                    <a:pt x="4919665" y="2844072"/>
                  </a:lnTo>
                  <a:lnTo>
                    <a:pt x="4887319" y="2881756"/>
                  </a:lnTo>
                  <a:lnTo>
                    <a:pt x="4853653" y="2917902"/>
                  </a:lnTo>
                  <a:lnTo>
                    <a:pt x="4818768" y="2952650"/>
                  </a:lnTo>
                  <a:lnTo>
                    <a:pt x="4782780" y="2986126"/>
                  </a:lnTo>
                  <a:lnTo>
                    <a:pt x="4745689" y="3018328"/>
                  </a:lnTo>
                  <a:lnTo>
                    <a:pt x="4707496" y="3049259"/>
                  </a:lnTo>
                  <a:lnTo>
                    <a:pt x="4668200" y="3078916"/>
                  </a:lnTo>
                  <a:lnTo>
                    <a:pt x="4627800" y="3107302"/>
                  </a:lnTo>
                  <a:lnTo>
                    <a:pt x="4586297" y="3134416"/>
                  </a:lnTo>
                  <a:lnTo>
                    <a:pt x="4543691" y="3160257"/>
                  </a:lnTo>
                  <a:lnTo>
                    <a:pt x="4499980" y="3184828"/>
                  </a:lnTo>
                  <a:lnTo>
                    <a:pt x="4455166" y="3208127"/>
                  </a:lnTo>
                  <a:lnTo>
                    <a:pt x="4409247" y="3230154"/>
                  </a:lnTo>
                  <a:lnTo>
                    <a:pt x="4362469" y="3251075"/>
                  </a:lnTo>
                  <a:lnTo>
                    <a:pt x="4315093" y="3271059"/>
                  </a:lnTo>
                  <a:lnTo>
                    <a:pt x="4267119" y="3290107"/>
                  </a:lnTo>
                  <a:lnTo>
                    <a:pt x="4218545" y="3308219"/>
                  </a:lnTo>
                  <a:lnTo>
                    <a:pt x="4169373" y="3325395"/>
                  </a:lnTo>
                  <a:lnTo>
                    <a:pt x="4119601" y="3341634"/>
                  </a:lnTo>
                  <a:lnTo>
                    <a:pt x="4069229" y="3356938"/>
                  </a:lnTo>
                  <a:lnTo>
                    <a:pt x="4018257" y="3371306"/>
                  </a:lnTo>
                  <a:lnTo>
                    <a:pt x="3966684" y="3384739"/>
                  </a:lnTo>
                  <a:lnTo>
                    <a:pt x="3914510" y="3397236"/>
                  </a:lnTo>
                  <a:lnTo>
                    <a:pt x="3861735" y="3408798"/>
                  </a:lnTo>
                  <a:lnTo>
                    <a:pt x="3812919" y="3418647"/>
                  </a:lnTo>
                  <a:lnTo>
                    <a:pt x="3763779" y="3427872"/>
                  </a:lnTo>
                  <a:lnTo>
                    <a:pt x="3714318" y="3436471"/>
                  </a:lnTo>
                  <a:lnTo>
                    <a:pt x="3664534" y="3444445"/>
                  </a:lnTo>
                  <a:lnTo>
                    <a:pt x="3614427" y="3451795"/>
                  </a:lnTo>
                  <a:lnTo>
                    <a:pt x="3563998" y="3458520"/>
                  </a:lnTo>
                  <a:lnTo>
                    <a:pt x="3513247" y="3464621"/>
                  </a:lnTo>
                  <a:lnTo>
                    <a:pt x="3462173" y="3470097"/>
                  </a:lnTo>
                  <a:lnTo>
                    <a:pt x="3410777" y="3474949"/>
                  </a:lnTo>
                  <a:lnTo>
                    <a:pt x="3359059" y="3479176"/>
                  </a:lnTo>
                  <a:lnTo>
                    <a:pt x="3307018" y="3482779"/>
                  </a:lnTo>
                  <a:lnTo>
                    <a:pt x="3254654" y="3485759"/>
                  </a:lnTo>
                  <a:lnTo>
                    <a:pt x="3202151" y="3488266"/>
                  </a:lnTo>
                  <a:lnTo>
                    <a:pt x="3149710" y="3490471"/>
                  </a:lnTo>
                  <a:lnTo>
                    <a:pt x="3097333" y="3492376"/>
                  </a:lnTo>
                  <a:lnTo>
                    <a:pt x="3045017" y="3493980"/>
                  </a:lnTo>
                  <a:lnTo>
                    <a:pt x="2992764" y="3495282"/>
                  </a:lnTo>
                  <a:lnTo>
                    <a:pt x="2940572" y="3496282"/>
                  </a:lnTo>
                  <a:lnTo>
                    <a:pt x="2888442" y="3496981"/>
                  </a:lnTo>
                  <a:lnTo>
                    <a:pt x="2836373" y="3497377"/>
                  </a:lnTo>
                  <a:lnTo>
                    <a:pt x="2784366" y="3497471"/>
                  </a:lnTo>
                  <a:lnTo>
                    <a:pt x="2732418" y="3497262"/>
                  </a:lnTo>
                  <a:lnTo>
                    <a:pt x="2680532" y="3496751"/>
                  </a:lnTo>
                  <a:lnTo>
                    <a:pt x="2628705" y="3495937"/>
                  </a:lnTo>
                  <a:lnTo>
                    <a:pt x="2577324" y="3496751"/>
                  </a:lnTo>
                  <a:lnTo>
                    <a:pt x="2525822" y="3497262"/>
                  </a:lnTo>
                  <a:lnTo>
                    <a:pt x="2474200" y="3497471"/>
                  </a:lnTo>
                  <a:lnTo>
                    <a:pt x="2422458" y="3497377"/>
                  </a:lnTo>
                  <a:lnTo>
                    <a:pt x="2370595" y="3496981"/>
                  </a:lnTo>
                  <a:lnTo>
                    <a:pt x="2318612" y="3496282"/>
                  </a:lnTo>
                  <a:lnTo>
                    <a:pt x="2266509" y="3495282"/>
                  </a:lnTo>
                  <a:lnTo>
                    <a:pt x="2214287" y="3493980"/>
                  </a:lnTo>
                  <a:lnTo>
                    <a:pt x="2161944" y="3492376"/>
                  </a:lnTo>
                  <a:lnTo>
                    <a:pt x="2109482" y="3490471"/>
                  </a:lnTo>
                  <a:lnTo>
                    <a:pt x="2056901" y="3488266"/>
                  </a:lnTo>
                  <a:lnTo>
                    <a:pt x="2004200" y="3485759"/>
                  </a:lnTo>
                  <a:lnTo>
                    <a:pt x="1951599" y="3482779"/>
                  </a:lnTo>
                  <a:lnTo>
                    <a:pt x="1899344" y="3479176"/>
                  </a:lnTo>
                  <a:lnTo>
                    <a:pt x="1847432" y="3474949"/>
                  </a:lnTo>
                  <a:lnTo>
                    <a:pt x="1795865" y="3470097"/>
                  </a:lnTo>
                  <a:lnTo>
                    <a:pt x="1744641" y="3464621"/>
                  </a:lnTo>
                  <a:lnTo>
                    <a:pt x="1693761" y="3458520"/>
                  </a:lnTo>
                  <a:lnTo>
                    <a:pt x="1643224" y="3451795"/>
                  </a:lnTo>
                  <a:lnTo>
                    <a:pt x="1593030" y="3444445"/>
                  </a:lnTo>
                  <a:lnTo>
                    <a:pt x="1543178" y="3436471"/>
                  </a:lnTo>
                  <a:lnTo>
                    <a:pt x="1493668" y="3427872"/>
                  </a:lnTo>
                  <a:lnTo>
                    <a:pt x="1444501" y="3418647"/>
                  </a:lnTo>
                  <a:lnTo>
                    <a:pt x="1395674" y="3408798"/>
                  </a:lnTo>
                  <a:lnTo>
                    <a:pt x="1342910" y="3397236"/>
                  </a:lnTo>
                  <a:lnTo>
                    <a:pt x="1290771" y="3384739"/>
                  </a:lnTo>
                  <a:lnTo>
                    <a:pt x="1239255" y="3371306"/>
                  </a:lnTo>
                  <a:lnTo>
                    <a:pt x="1188364" y="3356938"/>
                  </a:lnTo>
                  <a:lnTo>
                    <a:pt x="1138097" y="3341634"/>
                  </a:lnTo>
                  <a:lnTo>
                    <a:pt x="1088454" y="3325395"/>
                  </a:lnTo>
                  <a:lnTo>
                    <a:pt x="1039436" y="3308219"/>
                  </a:lnTo>
                  <a:lnTo>
                    <a:pt x="991042" y="3290107"/>
                  </a:lnTo>
                  <a:lnTo>
                    <a:pt x="943272" y="3271059"/>
                  </a:lnTo>
                  <a:lnTo>
                    <a:pt x="896127" y="3251075"/>
                  </a:lnTo>
                  <a:lnTo>
                    <a:pt x="849607" y="3230154"/>
                  </a:lnTo>
                  <a:lnTo>
                    <a:pt x="803919" y="3208127"/>
                  </a:lnTo>
                  <a:lnTo>
                    <a:pt x="759287" y="3184828"/>
                  </a:lnTo>
                  <a:lnTo>
                    <a:pt x="715713" y="3160257"/>
                  </a:lnTo>
                  <a:lnTo>
                    <a:pt x="673196" y="3134416"/>
                  </a:lnTo>
                  <a:lnTo>
                    <a:pt x="631737" y="3107302"/>
                  </a:lnTo>
                  <a:lnTo>
                    <a:pt x="591335" y="3078916"/>
                  </a:lnTo>
                  <a:lnTo>
                    <a:pt x="551991" y="3049259"/>
                  </a:lnTo>
                  <a:lnTo>
                    <a:pt x="513706" y="3018328"/>
                  </a:lnTo>
                  <a:lnTo>
                    <a:pt x="476479" y="2986126"/>
                  </a:lnTo>
                  <a:lnTo>
                    <a:pt x="440311" y="2952650"/>
                  </a:lnTo>
                  <a:lnTo>
                    <a:pt x="405202" y="2917902"/>
                  </a:lnTo>
                  <a:lnTo>
                    <a:pt x="371290" y="2881756"/>
                  </a:lnTo>
                  <a:lnTo>
                    <a:pt x="338747" y="2844072"/>
                  </a:lnTo>
                  <a:lnTo>
                    <a:pt x="307573" y="2804849"/>
                  </a:lnTo>
                  <a:lnTo>
                    <a:pt x="277768" y="2764089"/>
                  </a:lnTo>
                  <a:lnTo>
                    <a:pt x="249333" y="2721791"/>
                  </a:lnTo>
                  <a:lnTo>
                    <a:pt x="222266" y="2677956"/>
                  </a:lnTo>
                  <a:lnTo>
                    <a:pt x="196569" y="2632584"/>
                  </a:lnTo>
                  <a:lnTo>
                    <a:pt x="172241" y="2585676"/>
                  </a:lnTo>
                  <a:lnTo>
                    <a:pt x="149283" y="2537233"/>
                  </a:lnTo>
                  <a:lnTo>
                    <a:pt x="127693" y="2487253"/>
                  </a:lnTo>
                  <a:lnTo>
                    <a:pt x="107473" y="2435738"/>
                  </a:lnTo>
                  <a:lnTo>
                    <a:pt x="92663" y="2394093"/>
                  </a:lnTo>
                  <a:lnTo>
                    <a:pt x="78952" y="2351323"/>
                  </a:lnTo>
                  <a:lnTo>
                    <a:pt x="66338" y="2307427"/>
                  </a:lnTo>
                  <a:lnTo>
                    <a:pt x="54822" y="2262406"/>
                  </a:lnTo>
                  <a:lnTo>
                    <a:pt x="44404" y="2216260"/>
                  </a:lnTo>
                  <a:lnTo>
                    <a:pt x="35083" y="2168987"/>
                  </a:lnTo>
                  <a:lnTo>
                    <a:pt x="26859" y="2120588"/>
                  </a:lnTo>
                  <a:lnTo>
                    <a:pt x="19732" y="2071063"/>
                  </a:lnTo>
                  <a:lnTo>
                    <a:pt x="13702" y="2020410"/>
                  </a:lnTo>
                  <a:lnTo>
                    <a:pt x="8769" y="1968630"/>
                  </a:lnTo>
                  <a:lnTo>
                    <a:pt x="4932" y="1915723"/>
                  </a:lnTo>
                  <a:lnTo>
                    <a:pt x="2192" y="1861687"/>
                  </a:lnTo>
                  <a:lnTo>
                    <a:pt x="547" y="1806523"/>
                  </a:lnTo>
                  <a:lnTo>
                    <a:pt x="0" y="1750231"/>
                  </a:lnTo>
                  <a:lnTo>
                    <a:pt x="547" y="1692332"/>
                  </a:lnTo>
                  <a:lnTo>
                    <a:pt x="2192" y="1635649"/>
                  </a:lnTo>
                  <a:lnTo>
                    <a:pt x="4932" y="1580180"/>
                  </a:lnTo>
                  <a:lnTo>
                    <a:pt x="8769" y="1525927"/>
                  </a:lnTo>
                  <a:lnTo>
                    <a:pt x="13702" y="1472889"/>
                  </a:lnTo>
                  <a:lnTo>
                    <a:pt x="19732" y="1421066"/>
                  </a:lnTo>
                  <a:lnTo>
                    <a:pt x="26859" y="1370458"/>
                  </a:lnTo>
                  <a:lnTo>
                    <a:pt x="35083" y="1321065"/>
                  </a:lnTo>
                  <a:lnTo>
                    <a:pt x="44404" y="1272887"/>
                  </a:lnTo>
                  <a:lnTo>
                    <a:pt x="54822" y="1225924"/>
                  </a:lnTo>
                  <a:lnTo>
                    <a:pt x="66338" y="1180176"/>
                  </a:lnTo>
                  <a:lnTo>
                    <a:pt x="78952" y="1135642"/>
                  </a:lnTo>
                  <a:lnTo>
                    <a:pt x="92663" y="1092324"/>
                  </a:lnTo>
                  <a:lnTo>
                    <a:pt x="107473" y="1050220"/>
                  </a:lnTo>
                  <a:lnTo>
                    <a:pt x="127693" y="998192"/>
                  </a:lnTo>
                  <a:lnTo>
                    <a:pt x="149283" y="947723"/>
                  </a:lnTo>
                  <a:lnTo>
                    <a:pt x="172241" y="898813"/>
                  </a:lnTo>
                  <a:lnTo>
                    <a:pt x="196569" y="851462"/>
                  </a:lnTo>
                  <a:lnTo>
                    <a:pt x="222266" y="805671"/>
                  </a:lnTo>
                  <a:lnTo>
                    <a:pt x="249333" y="761440"/>
                  </a:lnTo>
                  <a:lnTo>
                    <a:pt x="277768" y="718769"/>
                  </a:lnTo>
                  <a:lnTo>
                    <a:pt x="307573" y="677658"/>
                  </a:lnTo>
                  <a:lnTo>
                    <a:pt x="338747" y="638108"/>
                  </a:lnTo>
                  <a:lnTo>
                    <a:pt x="371290" y="600119"/>
                  </a:lnTo>
                  <a:lnTo>
                    <a:pt x="405202" y="563691"/>
                  </a:lnTo>
                  <a:lnTo>
                    <a:pt x="440311" y="528727"/>
                  </a:lnTo>
                  <a:lnTo>
                    <a:pt x="476479" y="495133"/>
                  </a:lnTo>
                  <a:lnTo>
                    <a:pt x="513706" y="462906"/>
                  </a:lnTo>
                  <a:lnTo>
                    <a:pt x="551991" y="432047"/>
                  </a:lnTo>
                  <a:lnTo>
                    <a:pt x="591335" y="402557"/>
                  </a:lnTo>
                  <a:lnTo>
                    <a:pt x="631737" y="374434"/>
                  </a:lnTo>
                  <a:lnTo>
                    <a:pt x="673196" y="347679"/>
                  </a:lnTo>
                  <a:lnTo>
                    <a:pt x="715713" y="322290"/>
                  </a:lnTo>
                  <a:lnTo>
                    <a:pt x="759287" y="298270"/>
                  </a:lnTo>
                  <a:lnTo>
                    <a:pt x="803919" y="275616"/>
                  </a:lnTo>
                  <a:lnTo>
                    <a:pt x="849607" y="254328"/>
                  </a:lnTo>
                  <a:lnTo>
                    <a:pt x="896127" y="234192"/>
                  </a:lnTo>
                  <a:lnTo>
                    <a:pt x="943272" y="214969"/>
                  </a:lnTo>
                  <a:lnTo>
                    <a:pt x="991042" y="196657"/>
                  </a:lnTo>
                  <a:lnTo>
                    <a:pt x="1039436" y="179258"/>
                  </a:lnTo>
                  <a:lnTo>
                    <a:pt x="1088454" y="162770"/>
                  </a:lnTo>
                  <a:lnTo>
                    <a:pt x="1138097" y="147194"/>
                  </a:lnTo>
                  <a:lnTo>
                    <a:pt x="1188364" y="132529"/>
                  </a:lnTo>
                  <a:lnTo>
                    <a:pt x="1239255" y="118774"/>
                  </a:lnTo>
                  <a:lnTo>
                    <a:pt x="1290771" y="105930"/>
                  </a:lnTo>
                  <a:lnTo>
                    <a:pt x="1342910" y="93996"/>
                  </a:lnTo>
                  <a:lnTo>
                    <a:pt x="1395674" y="82972"/>
                  </a:lnTo>
                  <a:lnTo>
                    <a:pt x="1444501" y="73597"/>
                  </a:lnTo>
                  <a:lnTo>
                    <a:pt x="1493668" y="64826"/>
                  </a:lnTo>
                  <a:lnTo>
                    <a:pt x="1543178" y="56660"/>
                  </a:lnTo>
                  <a:lnTo>
                    <a:pt x="1593030" y="49098"/>
                  </a:lnTo>
                  <a:lnTo>
                    <a:pt x="1643224" y="42141"/>
                  </a:lnTo>
                  <a:lnTo>
                    <a:pt x="1693761" y="35788"/>
                  </a:lnTo>
                  <a:lnTo>
                    <a:pt x="1744641" y="30039"/>
                  </a:lnTo>
                  <a:lnTo>
                    <a:pt x="1795865" y="24895"/>
                  </a:lnTo>
                  <a:lnTo>
                    <a:pt x="1847432" y="20354"/>
                  </a:lnTo>
                  <a:lnTo>
                    <a:pt x="1899344" y="16418"/>
                  </a:lnTo>
                  <a:lnTo>
                    <a:pt x="1951599" y="13085"/>
                  </a:lnTo>
                  <a:lnTo>
                    <a:pt x="2004200" y="10357"/>
                  </a:lnTo>
                  <a:lnTo>
                    <a:pt x="2056901" y="8081"/>
                  </a:lnTo>
                  <a:lnTo>
                    <a:pt x="2109482" y="6086"/>
                  </a:lnTo>
                  <a:lnTo>
                    <a:pt x="2161944" y="4372"/>
                  </a:lnTo>
                  <a:lnTo>
                    <a:pt x="2214287" y="2939"/>
                  </a:lnTo>
                  <a:lnTo>
                    <a:pt x="2266509" y="1787"/>
                  </a:lnTo>
                  <a:lnTo>
                    <a:pt x="2318612" y="917"/>
                  </a:lnTo>
                  <a:lnTo>
                    <a:pt x="2370595" y="329"/>
                  </a:lnTo>
                  <a:lnTo>
                    <a:pt x="2422458" y="23"/>
                  </a:lnTo>
                  <a:lnTo>
                    <a:pt x="2474200" y="0"/>
                  </a:lnTo>
                  <a:lnTo>
                    <a:pt x="2525822" y="258"/>
                  </a:lnTo>
                  <a:lnTo>
                    <a:pt x="2577324" y="800"/>
                  </a:lnTo>
                  <a:lnTo>
                    <a:pt x="2628705" y="1624"/>
                  </a:lnTo>
                  <a:close/>
                </a:path>
              </a:pathLst>
            </a:custGeom>
            <a:noFill/>
            <a:ln cap="flat" cmpd="sng" w="10450">
              <a:solidFill>
                <a:srgbClr val="FFFFFF">
                  <a:alpha val="5882"/>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8" name="Google Shape;58;p1"/>
            <p:cNvSpPr/>
            <p:nvPr/>
          </p:nvSpPr>
          <p:spPr>
            <a:xfrm>
              <a:off x="12863718" y="4026407"/>
              <a:ext cx="4584065" cy="3407410"/>
            </a:xfrm>
            <a:custGeom>
              <a:rect b="b" l="l" r="r" t="t"/>
              <a:pathLst>
                <a:path extrusionOk="0" h="3407409" w="4584065">
                  <a:moveTo>
                    <a:pt x="3174772" y="2608370"/>
                  </a:moveTo>
                  <a:lnTo>
                    <a:pt x="3225156" y="2603743"/>
                  </a:lnTo>
                  <a:lnTo>
                    <a:pt x="3271723" y="2589858"/>
                  </a:lnTo>
                  <a:lnTo>
                    <a:pt x="3314475" y="2566714"/>
                  </a:lnTo>
                  <a:lnTo>
                    <a:pt x="3353416" y="2534310"/>
                  </a:lnTo>
                  <a:lnTo>
                    <a:pt x="3385826" y="2495363"/>
                  </a:lnTo>
                  <a:lnTo>
                    <a:pt x="3408973" y="2452608"/>
                  </a:lnTo>
                  <a:lnTo>
                    <a:pt x="3422859" y="2406040"/>
                  </a:lnTo>
                  <a:lnTo>
                    <a:pt x="3427487" y="2355656"/>
                  </a:lnTo>
                  <a:lnTo>
                    <a:pt x="3422859" y="2305286"/>
                  </a:lnTo>
                  <a:lnTo>
                    <a:pt x="3408973" y="2258724"/>
                  </a:lnTo>
                  <a:lnTo>
                    <a:pt x="3385826" y="2215974"/>
                  </a:lnTo>
                  <a:lnTo>
                    <a:pt x="3353416" y="2177043"/>
                  </a:lnTo>
                  <a:lnTo>
                    <a:pt x="3314475" y="2144629"/>
                  </a:lnTo>
                  <a:lnTo>
                    <a:pt x="3271723" y="2121475"/>
                  </a:lnTo>
                  <a:lnTo>
                    <a:pt x="3225156" y="2107582"/>
                  </a:lnTo>
                  <a:lnTo>
                    <a:pt x="3174772" y="2102951"/>
                  </a:lnTo>
                  <a:lnTo>
                    <a:pt x="1158959" y="2102951"/>
                  </a:lnTo>
                  <a:lnTo>
                    <a:pt x="1158959" y="2608370"/>
                  </a:lnTo>
                  <a:lnTo>
                    <a:pt x="3174772" y="2608370"/>
                  </a:lnTo>
                  <a:close/>
                </a:path>
                <a:path extrusionOk="0" h="3407409" w="4584065">
                  <a:moveTo>
                    <a:pt x="1158959" y="1304169"/>
                  </a:moveTo>
                  <a:lnTo>
                    <a:pt x="3015018" y="1304169"/>
                  </a:lnTo>
                  <a:lnTo>
                    <a:pt x="3065402" y="1299541"/>
                  </a:lnTo>
                  <a:lnTo>
                    <a:pt x="3111969" y="1285657"/>
                  </a:lnTo>
                  <a:lnTo>
                    <a:pt x="3154721" y="1262513"/>
                  </a:lnTo>
                  <a:lnTo>
                    <a:pt x="3193661" y="1230109"/>
                  </a:lnTo>
                  <a:lnTo>
                    <a:pt x="3226070" y="1191167"/>
                  </a:lnTo>
                  <a:lnTo>
                    <a:pt x="3249213" y="1148415"/>
                  </a:lnTo>
                  <a:lnTo>
                    <a:pt x="3263096" y="1101854"/>
                  </a:lnTo>
                  <a:lnTo>
                    <a:pt x="3267722" y="1051486"/>
                  </a:lnTo>
                  <a:lnTo>
                    <a:pt x="3263096" y="1001107"/>
                  </a:lnTo>
                  <a:lnTo>
                    <a:pt x="3249213" y="954542"/>
                  </a:lnTo>
                  <a:lnTo>
                    <a:pt x="3226070" y="911788"/>
                  </a:lnTo>
                  <a:lnTo>
                    <a:pt x="3193661" y="872842"/>
                  </a:lnTo>
                  <a:lnTo>
                    <a:pt x="3154721" y="840438"/>
                  </a:lnTo>
                  <a:lnTo>
                    <a:pt x="3111969" y="817294"/>
                  </a:lnTo>
                  <a:lnTo>
                    <a:pt x="3065402" y="803409"/>
                  </a:lnTo>
                  <a:lnTo>
                    <a:pt x="3015018" y="798781"/>
                  </a:lnTo>
                  <a:lnTo>
                    <a:pt x="1158959" y="798781"/>
                  </a:lnTo>
                  <a:lnTo>
                    <a:pt x="1158959" y="1304169"/>
                  </a:lnTo>
                  <a:close/>
                </a:path>
                <a:path extrusionOk="0" h="3407409" w="4584065">
                  <a:moveTo>
                    <a:pt x="4583525" y="2460249"/>
                  </a:moveTo>
                  <a:lnTo>
                    <a:pt x="4582014" y="2515409"/>
                  </a:lnTo>
                  <a:lnTo>
                    <a:pt x="4577480" y="2569679"/>
                  </a:lnTo>
                  <a:lnTo>
                    <a:pt x="4569924" y="2623058"/>
                  </a:lnTo>
                  <a:lnTo>
                    <a:pt x="4559345" y="2675546"/>
                  </a:lnTo>
                  <a:lnTo>
                    <a:pt x="4545742" y="2727143"/>
                  </a:lnTo>
                  <a:lnTo>
                    <a:pt x="4529115" y="2777849"/>
                  </a:lnTo>
                  <a:lnTo>
                    <a:pt x="4509464" y="2827662"/>
                  </a:lnTo>
                  <a:lnTo>
                    <a:pt x="4487203" y="2876134"/>
                  </a:lnTo>
                  <a:lnTo>
                    <a:pt x="4462747" y="2922763"/>
                  </a:lnTo>
                  <a:lnTo>
                    <a:pt x="4436097" y="2967549"/>
                  </a:lnTo>
                  <a:lnTo>
                    <a:pt x="4407255" y="3010496"/>
                  </a:lnTo>
                  <a:lnTo>
                    <a:pt x="4376221" y="3051605"/>
                  </a:lnTo>
                  <a:lnTo>
                    <a:pt x="4342998" y="3090876"/>
                  </a:lnTo>
                  <a:lnTo>
                    <a:pt x="4307586" y="3128313"/>
                  </a:lnTo>
                  <a:lnTo>
                    <a:pt x="4270167" y="3163735"/>
                  </a:lnTo>
                  <a:lnTo>
                    <a:pt x="4230977" y="3196961"/>
                  </a:lnTo>
                  <a:lnTo>
                    <a:pt x="4190014" y="3227992"/>
                  </a:lnTo>
                  <a:lnTo>
                    <a:pt x="4147277" y="3256828"/>
                  </a:lnTo>
                  <a:lnTo>
                    <a:pt x="4102765" y="3283468"/>
                  </a:lnTo>
                  <a:lnTo>
                    <a:pt x="4056477" y="3307912"/>
                  </a:lnTo>
                  <a:lnTo>
                    <a:pt x="4008411" y="3330160"/>
                  </a:lnTo>
                  <a:lnTo>
                    <a:pt x="3958958" y="3349816"/>
                  </a:lnTo>
                  <a:lnTo>
                    <a:pt x="3908562" y="3366448"/>
                  </a:lnTo>
                  <a:lnTo>
                    <a:pt x="3857222" y="3380057"/>
                  </a:lnTo>
                  <a:lnTo>
                    <a:pt x="3804939" y="3390642"/>
                  </a:lnTo>
                  <a:lnTo>
                    <a:pt x="3751713" y="3398203"/>
                  </a:lnTo>
                  <a:lnTo>
                    <a:pt x="3697544" y="3402740"/>
                  </a:lnTo>
                  <a:lnTo>
                    <a:pt x="3642433" y="3404252"/>
                  </a:lnTo>
                  <a:lnTo>
                    <a:pt x="1815400" y="3404252"/>
                  </a:lnTo>
                  <a:lnTo>
                    <a:pt x="1770853" y="3404411"/>
                  </a:lnTo>
                  <a:lnTo>
                    <a:pt x="1725971" y="3404566"/>
                  </a:lnTo>
                  <a:lnTo>
                    <a:pt x="1680753" y="3404716"/>
                  </a:lnTo>
                  <a:lnTo>
                    <a:pt x="1635198" y="3404862"/>
                  </a:lnTo>
                  <a:lnTo>
                    <a:pt x="1589308" y="3405003"/>
                  </a:lnTo>
                  <a:lnTo>
                    <a:pt x="1543082" y="3405139"/>
                  </a:lnTo>
                  <a:lnTo>
                    <a:pt x="1496519" y="3405271"/>
                  </a:lnTo>
                  <a:lnTo>
                    <a:pt x="1449620" y="3405399"/>
                  </a:lnTo>
                  <a:lnTo>
                    <a:pt x="1402386" y="3405522"/>
                  </a:lnTo>
                  <a:lnTo>
                    <a:pt x="1354815" y="3405641"/>
                  </a:lnTo>
                  <a:lnTo>
                    <a:pt x="1306908" y="3405755"/>
                  </a:lnTo>
                  <a:lnTo>
                    <a:pt x="1258665" y="3405865"/>
                  </a:lnTo>
                  <a:lnTo>
                    <a:pt x="1210086" y="3405970"/>
                  </a:lnTo>
                  <a:lnTo>
                    <a:pt x="1161171" y="3406071"/>
                  </a:lnTo>
                  <a:lnTo>
                    <a:pt x="1111920" y="3406167"/>
                  </a:lnTo>
                  <a:lnTo>
                    <a:pt x="1062332" y="3406259"/>
                  </a:lnTo>
                  <a:lnTo>
                    <a:pt x="1012409" y="3406346"/>
                  </a:lnTo>
                  <a:lnTo>
                    <a:pt x="962150" y="3406429"/>
                  </a:lnTo>
                  <a:lnTo>
                    <a:pt x="911554" y="3406507"/>
                  </a:lnTo>
                  <a:lnTo>
                    <a:pt x="860622" y="3406581"/>
                  </a:lnTo>
                  <a:lnTo>
                    <a:pt x="809354" y="3406650"/>
                  </a:lnTo>
                  <a:lnTo>
                    <a:pt x="757750" y="3406715"/>
                  </a:lnTo>
                  <a:lnTo>
                    <a:pt x="705810" y="3406775"/>
                  </a:lnTo>
                  <a:lnTo>
                    <a:pt x="653534" y="3406831"/>
                  </a:lnTo>
                  <a:lnTo>
                    <a:pt x="600922" y="3406882"/>
                  </a:lnTo>
                  <a:lnTo>
                    <a:pt x="547973" y="3406929"/>
                  </a:lnTo>
                  <a:lnTo>
                    <a:pt x="494688" y="3406972"/>
                  </a:lnTo>
                  <a:lnTo>
                    <a:pt x="441068" y="3407009"/>
                  </a:lnTo>
                  <a:lnTo>
                    <a:pt x="387111" y="3407043"/>
                  </a:lnTo>
                  <a:lnTo>
                    <a:pt x="332818" y="3407072"/>
                  </a:lnTo>
                  <a:lnTo>
                    <a:pt x="278188" y="3407097"/>
                  </a:lnTo>
                  <a:lnTo>
                    <a:pt x="223223" y="3407117"/>
                  </a:lnTo>
                  <a:lnTo>
                    <a:pt x="167921" y="3407132"/>
                  </a:lnTo>
                  <a:lnTo>
                    <a:pt x="112284" y="3407143"/>
                  </a:lnTo>
                  <a:lnTo>
                    <a:pt x="56310" y="3407150"/>
                  </a:lnTo>
                  <a:lnTo>
                    <a:pt x="0" y="3407152"/>
                  </a:lnTo>
                  <a:lnTo>
                    <a:pt x="0" y="0"/>
                  </a:lnTo>
                  <a:lnTo>
                    <a:pt x="3427487" y="0"/>
                  </a:lnTo>
                  <a:lnTo>
                    <a:pt x="3480920" y="1453"/>
                  </a:lnTo>
                  <a:lnTo>
                    <a:pt x="3533347" y="5814"/>
                  </a:lnTo>
                  <a:lnTo>
                    <a:pt x="3584770" y="13079"/>
                  </a:lnTo>
                  <a:lnTo>
                    <a:pt x="3635187" y="23249"/>
                  </a:lnTo>
                  <a:lnTo>
                    <a:pt x="3684599" y="36322"/>
                  </a:lnTo>
                  <a:lnTo>
                    <a:pt x="3733006" y="52296"/>
                  </a:lnTo>
                  <a:lnTo>
                    <a:pt x="3780408" y="71170"/>
                  </a:lnTo>
                  <a:lnTo>
                    <a:pt x="3826428" y="92543"/>
                  </a:lnTo>
                  <a:lnTo>
                    <a:pt x="3870734" y="115988"/>
                  </a:lnTo>
                  <a:lnTo>
                    <a:pt x="3913324" y="141505"/>
                  </a:lnTo>
                  <a:lnTo>
                    <a:pt x="3954197" y="169095"/>
                  </a:lnTo>
                  <a:lnTo>
                    <a:pt x="3993353" y="198760"/>
                  </a:lnTo>
                  <a:lnTo>
                    <a:pt x="4030789" y="230500"/>
                  </a:lnTo>
                  <a:lnTo>
                    <a:pt x="4066504" y="264316"/>
                  </a:lnTo>
                  <a:lnTo>
                    <a:pt x="4100320" y="300030"/>
                  </a:lnTo>
                  <a:lnTo>
                    <a:pt x="4132061" y="337469"/>
                  </a:lnTo>
                  <a:lnTo>
                    <a:pt x="4161727" y="376631"/>
                  </a:lnTo>
                  <a:lnTo>
                    <a:pt x="4189319" y="417512"/>
                  </a:lnTo>
                  <a:lnTo>
                    <a:pt x="4214840" y="460110"/>
                  </a:lnTo>
                  <a:lnTo>
                    <a:pt x="4238290" y="504421"/>
                  </a:lnTo>
                  <a:lnTo>
                    <a:pt x="4259671" y="550443"/>
                  </a:lnTo>
                  <a:lnTo>
                    <a:pt x="4278547" y="597833"/>
                  </a:lnTo>
                  <a:lnTo>
                    <a:pt x="4294520" y="646230"/>
                  </a:lnTo>
                  <a:lnTo>
                    <a:pt x="4307588" y="695635"/>
                  </a:lnTo>
                  <a:lnTo>
                    <a:pt x="4317752" y="746048"/>
                  </a:lnTo>
                  <a:lnTo>
                    <a:pt x="4325012" y="797469"/>
                  </a:lnTo>
                  <a:lnTo>
                    <a:pt x="4329368" y="849897"/>
                  </a:lnTo>
                  <a:lnTo>
                    <a:pt x="4330821" y="903333"/>
                  </a:lnTo>
                  <a:lnTo>
                    <a:pt x="4329273" y="951267"/>
                  </a:lnTo>
                  <a:lnTo>
                    <a:pt x="4324637" y="999198"/>
                  </a:lnTo>
                  <a:lnTo>
                    <a:pt x="4316923" y="1047127"/>
                  </a:lnTo>
                  <a:lnTo>
                    <a:pt x="4306141" y="1095055"/>
                  </a:lnTo>
                  <a:lnTo>
                    <a:pt x="4292694" y="1142700"/>
                  </a:lnTo>
                  <a:lnTo>
                    <a:pt x="4277077" y="1189806"/>
                  </a:lnTo>
                  <a:lnTo>
                    <a:pt x="4259291" y="1236371"/>
                  </a:lnTo>
                  <a:lnTo>
                    <a:pt x="4239336" y="1282390"/>
                  </a:lnTo>
                  <a:lnTo>
                    <a:pt x="4217352" y="1327517"/>
                  </a:lnTo>
                  <a:lnTo>
                    <a:pt x="4193567" y="1371370"/>
                  </a:lnTo>
                  <a:lnTo>
                    <a:pt x="4167973" y="1413942"/>
                  </a:lnTo>
                  <a:lnTo>
                    <a:pt x="4140565" y="1455222"/>
                  </a:lnTo>
                  <a:lnTo>
                    <a:pt x="4111791" y="1494620"/>
                  </a:lnTo>
                  <a:lnTo>
                    <a:pt x="4082103" y="1531474"/>
                  </a:lnTo>
                  <a:lnTo>
                    <a:pt x="4051516" y="1565787"/>
                  </a:lnTo>
                  <a:lnTo>
                    <a:pt x="4020045" y="1597563"/>
                  </a:lnTo>
                  <a:lnTo>
                    <a:pt x="4069113" y="1620912"/>
                  </a:lnTo>
                  <a:lnTo>
                    <a:pt x="4116450" y="1646817"/>
                  </a:lnTo>
                  <a:lnTo>
                    <a:pt x="4162054" y="1675278"/>
                  </a:lnTo>
                  <a:lnTo>
                    <a:pt x="4205920" y="1706297"/>
                  </a:lnTo>
                  <a:lnTo>
                    <a:pt x="4248048" y="1739873"/>
                  </a:lnTo>
                  <a:lnTo>
                    <a:pt x="4288117" y="1775721"/>
                  </a:lnTo>
                  <a:lnTo>
                    <a:pt x="4325877" y="1813550"/>
                  </a:lnTo>
                  <a:lnTo>
                    <a:pt x="4361319" y="1853353"/>
                  </a:lnTo>
                  <a:lnTo>
                    <a:pt x="4394435" y="1895122"/>
                  </a:lnTo>
                  <a:lnTo>
                    <a:pt x="4425216" y="1938851"/>
                  </a:lnTo>
                  <a:lnTo>
                    <a:pt x="4453569" y="1984406"/>
                  </a:lnTo>
                  <a:lnTo>
                    <a:pt x="4479362" y="2031581"/>
                  </a:lnTo>
                  <a:lnTo>
                    <a:pt x="4502596" y="2080376"/>
                  </a:lnTo>
                  <a:lnTo>
                    <a:pt x="4523275" y="2130790"/>
                  </a:lnTo>
                  <a:lnTo>
                    <a:pt x="4541400" y="2182823"/>
                  </a:lnTo>
                  <a:lnTo>
                    <a:pt x="4554265" y="2227263"/>
                  </a:lnTo>
                  <a:lnTo>
                    <a:pt x="4564794" y="2272419"/>
                  </a:lnTo>
                  <a:lnTo>
                    <a:pt x="4572986" y="2318293"/>
                  </a:lnTo>
                  <a:lnTo>
                    <a:pt x="4578840" y="2364888"/>
                  </a:lnTo>
                  <a:lnTo>
                    <a:pt x="4582353" y="2412206"/>
                  </a:lnTo>
                  <a:lnTo>
                    <a:pt x="4583525" y="2460249"/>
                  </a:lnTo>
                  <a:close/>
                </a:path>
              </a:pathLst>
            </a:custGeom>
            <a:noFill/>
            <a:ln cap="flat" cmpd="sng" w="10450">
              <a:solidFill>
                <a:srgbClr val="FFFFFF">
                  <a:alpha val="5882"/>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9" name="Google Shape;59;p1"/>
            <p:cNvSpPr/>
            <p:nvPr/>
          </p:nvSpPr>
          <p:spPr>
            <a:xfrm>
              <a:off x="17473397" y="4017705"/>
              <a:ext cx="2630805" cy="3407410"/>
            </a:xfrm>
            <a:custGeom>
              <a:rect b="b" l="l" r="r" t="t"/>
              <a:pathLst>
                <a:path extrusionOk="0" h="3407409" w="2630805">
                  <a:moveTo>
                    <a:pt x="2630701" y="1420637"/>
                  </a:moveTo>
                  <a:lnTo>
                    <a:pt x="2253994" y="1989677"/>
                  </a:lnTo>
                  <a:lnTo>
                    <a:pt x="2630701" y="1989677"/>
                  </a:lnTo>
                </a:path>
                <a:path extrusionOk="0" h="3407409" w="2630805">
                  <a:moveTo>
                    <a:pt x="2630701" y="2901723"/>
                  </a:moveTo>
                  <a:lnTo>
                    <a:pt x="1652755" y="2901723"/>
                  </a:lnTo>
                  <a:lnTo>
                    <a:pt x="1318724" y="3407142"/>
                  </a:lnTo>
                  <a:lnTo>
                    <a:pt x="0" y="3407142"/>
                  </a:lnTo>
                  <a:lnTo>
                    <a:pt x="2204634" y="0"/>
                  </a:lnTo>
                  <a:lnTo>
                    <a:pt x="2630701" y="0"/>
                  </a:lnTo>
                </a:path>
              </a:pathLst>
            </a:custGeom>
            <a:noFill/>
            <a:ln cap="flat" cmpd="sng" w="10450">
              <a:solidFill>
                <a:srgbClr val="FFFFFF">
                  <a:alpha val="5882"/>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0" name="Google Shape;60;p1"/>
            <p:cNvSpPr/>
            <p:nvPr/>
          </p:nvSpPr>
          <p:spPr>
            <a:xfrm>
              <a:off x="4772517" y="7912138"/>
              <a:ext cx="5875020" cy="3396615"/>
            </a:xfrm>
            <a:custGeom>
              <a:rect b="b" l="l" r="r" t="t"/>
              <a:pathLst>
                <a:path extrusionOk="0" h="3396615" w="5875020">
                  <a:moveTo>
                    <a:pt x="2937328" y="949824"/>
                  </a:moveTo>
                  <a:lnTo>
                    <a:pt x="2248920" y="1989677"/>
                  </a:lnTo>
                  <a:lnTo>
                    <a:pt x="3622847" y="1989677"/>
                  </a:lnTo>
                  <a:lnTo>
                    <a:pt x="2937328" y="949824"/>
                  </a:lnTo>
                </a:path>
                <a:path extrusionOk="0" h="3396615" w="5875020">
                  <a:moveTo>
                    <a:pt x="0" y="3396418"/>
                  </a:moveTo>
                  <a:lnTo>
                    <a:pt x="2199560" y="0"/>
                  </a:lnTo>
                  <a:lnTo>
                    <a:pt x="3672196" y="0"/>
                  </a:lnTo>
                  <a:lnTo>
                    <a:pt x="5874651" y="3396418"/>
                  </a:lnTo>
                </a:path>
                <a:path extrusionOk="0" h="3396615" w="5875020">
                  <a:moveTo>
                    <a:pt x="4555830" y="3396418"/>
                  </a:moveTo>
                  <a:lnTo>
                    <a:pt x="4227006" y="2901754"/>
                  </a:lnTo>
                  <a:lnTo>
                    <a:pt x="1647682" y="2901754"/>
                  </a:lnTo>
                  <a:lnTo>
                    <a:pt x="1318858" y="3396418"/>
                  </a:lnTo>
                </a:path>
              </a:pathLst>
            </a:custGeom>
            <a:noFill/>
            <a:ln cap="flat" cmpd="sng" w="10450">
              <a:solidFill>
                <a:srgbClr val="FFFFFF">
                  <a:alpha val="5882"/>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1" name="Google Shape;61;p1"/>
            <p:cNvSpPr/>
            <p:nvPr/>
          </p:nvSpPr>
          <p:spPr>
            <a:xfrm>
              <a:off x="10477967" y="7865671"/>
              <a:ext cx="4653280" cy="3442970"/>
            </a:xfrm>
            <a:custGeom>
              <a:rect b="b" l="l" r="r" t="t"/>
              <a:pathLst>
                <a:path extrusionOk="0" h="3442970" w="4653280">
                  <a:moveTo>
                    <a:pt x="1592832" y="3442884"/>
                  </a:moveTo>
                  <a:lnTo>
                    <a:pt x="1529029" y="3432605"/>
                  </a:lnTo>
                  <a:lnTo>
                    <a:pt x="1477969" y="3423437"/>
                  </a:lnTo>
                  <a:lnTo>
                    <a:pt x="1427340" y="3413549"/>
                  </a:lnTo>
                  <a:lnTo>
                    <a:pt x="1377143" y="3402938"/>
                  </a:lnTo>
                  <a:lnTo>
                    <a:pt x="1327378" y="3391606"/>
                  </a:lnTo>
                  <a:lnTo>
                    <a:pt x="1278044" y="3379551"/>
                  </a:lnTo>
                  <a:lnTo>
                    <a:pt x="1229229" y="3366716"/>
                  </a:lnTo>
                  <a:lnTo>
                    <a:pt x="1181012" y="3353014"/>
                  </a:lnTo>
                  <a:lnTo>
                    <a:pt x="1133395" y="3338447"/>
                  </a:lnTo>
                  <a:lnTo>
                    <a:pt x="1086378" y="3323014"/>
                  </a:lnTo>
                  <a:lnTo>
                    <a:pt x="1039962" y="3306716"/>
                  </a:lnTo>
                  <a:lnTo>
                    <a:pt x="994146" y="3289552"/>
                  </a:lnTo>
                  <a:lnTo>
                    <a:pt x="948933" y="3271522"/>
                  </a:lnTo>
                  <a:lnTo>
                    <a:pt x="904321" y="3252627"/>
                  </a:lnTo>
                  <a:lnTo>
                    <a:pt x="860311" y="3232867"/>
                  </a:lnTo>
                  <a:lnTo>
                    <a:pt x="816905" y="3212241"/>
                  </a:lnTo>
                  <a:lnTo>
                    <a:pt x="774102" y="3190751"/>
                  </a:lnTo>
                  <a:lnTo>
                    <a:pt x="727941" y="3165909"/>
                  </a:lnTo>
                  <a:lnTo>
                    <a:pt x="683000" y="3139583"/>
                  </a:lnTo>
                  <a:lnTo>
                    <a:pt x="639278" y="3111775"/>
                  </a:lnTo>
                  <a:lnTo>
                    <a:pt x="596778" y="3082483"/>
                  </a:lnTo>
                  <a:lnTo>
                    <a:pt x="555500" y="3051709"/>
                  </a:lnTo>
                  <a:lnTo>
                    <a:pt x="515443" y="3019452"/>
                  </a:lnTo>
                  <a:lnTo>
                    <a:pt x="476610" y="2985714"/>
                  </a:lnTo>
                  <a:lnTo>
                    <a:pt x="439000" y="2950493"/>
                  </a:lnTo>
                  <a:lnTo>
                    <a:pt x="402615" y="2913791"/>
                  </a:lnTo>
                  <a:lnTo>
                    <a:pt x="367454" y="2875608"/>
                  </a:lnTo>
                  <a:lnTo>
                    <a:pt x="336647" y="2839556"/>
                  </a:lnTo>
                  <a:lnTo>
                    <a:pt x="307090" y="2802158"/>
                  </a:lnTo>
                  <a:lnTo>
                    <a:pt x="278783" y="2763415"/>
                  </a:lnTo>
                  <a:lnTo>
                    <a:pt x="251727" y="2723326"/>
                  </a:lnTo>
                  <a:lnTo>
                    <a:pt x="225919" y="2681892"/>
                  </a:lnTo>
                  <a:lnTo>
                    <a:pt x="201361" y="2639113"/>
                  </a:lnTo>
                  <a:lnTo>
                    <a:pt x="178051" y="2594989"/>
                  </a:lnTo>
                  <a:lnTo>
                    <a:pt x="155990" y="2549521"/>
                  </a:lnTo>
                  <a:lnTo>
                    <a:pt x="135178" y="2502707"/>
                  </a:lnTo>
                  <a:lnTo>
                    <a:pt x="115612" y="2454549"/>
                  </a:lnTo>
                  <a:lnTo>
                    <a:pt x="97295" y="2405047"/>
                  </a:lnTo>
                  <a:lnTo>
                    <a:pt x="82895" y="2361994"/>
                  </a:lnTo>
                  <a:lnTo>
                    <a:pt x="69649" y="2317739"/>
                  </a:lnTo>
                  <a:lnTo>
                    <a:pt x="57556" y="2272280"/>
                  </a:lnTo>
                  <a:lnTo>
                    <a:pt x="46617" y="2225617"/>
                  </a:lnTo>
                  <a:lnTo>
                    <a:pt x="36830" y="2177751"/>
                  </a:lnTo>
                  <a:lnTo>
                    <a:pt x="28195" y="2128682"/>
                  </a:lnTo>
                  <a:lnTo>
                    <a:pt x="20713" y="2078409"/>
                  </a:lnTo>
                  <a:lnTo>
                    <a:pt x="14383" y="2026933"/>
                  </a:lnTo>
                  <a:lnTo>
                    <a:pt x="9204" y="1974252"/>
                  </a:lnTo>
                  <a:lnTo>
                    <a:pt x="5177" y="1920369"/>
                  </a:lnTo>
                  <a:lnTo>
                    <a:pt x="2300" y="1865282"/>
                  </a:lnTo>
                  <a:lnTo>
                    <a:pt x="575" y="1808991"/>
                  </a:lnTo>
                  <a:lnTo>
                    <a:pt x="0" y="1751496"/>
                  </a:lnTo>
                  <a:lnTo>
                    <a:pt x="0" y="1748606"/>
                  </a:lnTo>
                  <a:lnTo>
                    <a:pt x="584" y="1690675"/>
                  </a:lnTo>
                  <a:lnTo>
                    <a:pt x="2336" y="1633965"/>
                  </a:lnTo>
                  <a:lnTo>
                    <a:pt x="5258" y="1578476"/>
                  </a:lnTo>
                  <a:lnTo>
                    <a:pt x="9348" y="1524207"/>
                  </a:lnTo>
                  <a:lnTo>
                    <a:pt x="14607" y="1471158"/>
                  </a:lnTo>
                  <a:lnTo>
                    <a:pt x="21035" y="1419330"/>
                  </a:lnTo>
                  <a:lnTo>
                    <a:pt x="28632" y="1368722"/>
                  </a:lnTo>
                  <a:lnTo>
                    <a:pt x="37398" y="1319334"/>
                  </a:lnTo>
                  <a:lnTo>
                    <a:pt x="47334" y="1271165"/>
                  </a:lnTo>
                  <a:lnTo>
                    <a:pt x="58439" y="1224217"/>
                  </a:lnTo>
                  <a:lnTo>
                    <a:pt x="70713" y="1178488"/>
                  </a:lnTo>
                  <a:lnTo>
                    <a:pt x="84157" y="1133979"/>
                  </a:lnTo>
                  <a:lnTo>
                    <a:pt x="98771" y="1090689"/>
                  </a:lnTo>
                  <a:lnTo>
                    <a:pt x="117333" y="1040948"/>
                  </a:lnTo>
                  <a:lnTo>
                    <a:pt x="137120" y="992571"/>
                  </a:lnTo>
                  <a:lnTo>
                    <a:pt x="158133" y="945560"/>
                  </a:lnTo>
                  <a:lnTo>
                    <a:pt x="180372" y="899915"/>
                  </a:lnTo>
                  <a:lnTo>
                    <a:pt x="203837" y="855635"/>
                  </a:lnTo>
                  <a:lnTo>
                    <a:pt x="228526" y="812723"/>
                  </a:lnTo>
                  <a:lnTo>
                    <a:pt x="254441" y="771178"/>
                  </a:lnTo>
                  <a:lnTo>
                    <a:pt x="281580" y="731000"/>
                  </a:lnTo>
                  <a:lnTo>
                    <a:pt x="309944" y="692192"/>
                  </a:lnTo>
                  <a:lnTo>
                    <a:pt x="339532" y="654752"/>
                  </a:lnTo>
                  <a:lnTo>
                    <a:pt x="370344" y="618682"/>
                  </a:lnTo>
                  <a:lnTo>
                    <a:pt x="405541" y="580508"/>
                  </a:lnTo>
                  <a:lnTo>
                    <a:pt x="442019" y="543812"/>
                  </a:lnTo>
                  <a:lnTo>
                    <a:pt x="479776" y="508597"/>
                  </a:lnTo>
                  <a:lnTo>
                    <a:pt x="518813" y="474861"/>
                  </a:lnTo>
                  <a:lnTo>
                    <a:pt x="559129" y="442605"/>
                  </a:lnTo>
                  <a:lnTo>
                    <a:pt x="600724" y="411830"/>
                  </a:lnTo>
                  <a:lnTo>
                    <a:pt x="643599" y="382535"/>
                  </a:lnTo>
                  <a:lnTo>
                    <a:pt x="687751" y="354722"/>
                  </a:lnTo>
                  <a:lnTo>
                    <a:pt x="733183" y="328390"/>
                  </a:lnTo>
                  <a:lnTo>
                    <a:pt x="779892" y="303540"/>
                  </a:lnTo>
                  <a:lnTo>
                    <a:pt x="823223" y="282062"/>
                  </a:lnTo>
                  <a:lnTo>
                    <a:pt x="867128" y="261445"/>
                  </a:lnTo>
                  <a:lnTo>
                    <a:pt x="911608" y="241690"/>
                  </a:lnTo>
                  <a:lnTo>
                    <a:pt x="956663" y="222797"/>
                  </a:lnTo>
                  <a:lnTo>
                    <a:pt x="1002294" y="204767"/>
                  </a:lnTo>
                  <a:lnTo>
                    <a:pt x="1048501" y="187601"/>
                  </a:lnTo>
                  <a:lnTo>
                    <a:pt x="1095286" y="171299"/>
                  </a:lnTo>
                  <a:lnTo>
                    <a:pt x="1142647" y="155861"/>
                  </a:lnTo>
                  <a:lnTo>
                    <a:pt x="1190587" y="141288"/>
                  </a:lnTo>
                  <a:lnTo>
                    <a:pt x="1239104" y="127581"/>
                  </a:lnTo>
                  <a:lnTo>
                    <a:pt x="1288201" y="114739"/>
                  </a:lnTo>
                  <a:lnTo>
                    <a:pt x="1337810" y="102703"/>
                  </a:lnTo>
                  <a:lnTo>
                    <a:pt x="1387873" y="91411"/>
                  </a:lnTo>
                  <a:lnTo>
                    <a:pt x="1438393" y="80863"/>
                  </a:lnTo>
                  <a:lnTo>
                    <a:pt x="1489369" y="71058"/>
                  </a:lnTo>
                  <a:lnTo>
                    <a:pt x="1540800" y="61997"/>
                  </a:lnTo>
                  <a:lnTo>
                    <a:pt x="1592688" y="53679"/>
                  </a:lnTo>
                  <a:lnTo>
                    <a:pt x="1645033" y="46104"/>
                  </a:lnTo>
                  <a:lnTo>
                    <a:pt x="1697834" y="39273"/>
                  </a:lnTo>
                  <a:lnTo>
                    <a:pt x="1751092" y="33184"/>
                  </a:lnTo>
                  <a:lnTo>
                    <a:pt x="1804807" y="27838"/>
                  </a:lnTo>
                  <a:lnTo>
                    <a:pt x="1858980" y="23234"/>
                  </a:lnTo>
                  <a:lnTo>
                    <a:pt x="1908813" y="19524"/>
                  </a:lnTo>
                  <a:lnTo>
                    <a:pt x="1958609" y="16136"/>
                  </a:lnTo>
                  <a:lnTo>
                    <a:pt x="2008368" y="13071"/>
                  </a:lnTo>
                  <a:lnTo>
                    <a:pt x="2058089" y="10328"/>
                  </a:lnTo>
                  <a:lnTo>
                    <a:pt x="2107771" y="7907"/>
                  </a:lnTo>
                  <a:lnTo>
                    <a:pt x="2157414" y="5810"/>
                  </a:lnTo>
                  <a:lnTo>
                    <a:pt x="2207018" y="4034"/>
                  </a:lnTo>
                  <a:lnTo>
                    <a:pt x="2256582" y="2582"/>
                  </a:lnTo>
                  <a:lnTo>
                    <a:pt x="2306105" y="1452"/>
                  </a:lnTo>
                  <a:lnTo>
                    <a:pt x="2355587" y="645"/>
                  </a:lnTo>
                  <a:lnTo>
                    <a:pt x="2405028" y="161"/>
                  </a:lnTo>
                  <a:lnTo>
                    <a:pt x="2454427" y="0"/>
                  </a:lnTo>
                  <a:lnTo>
                    <a:pt x="2506602" y="71"/>
                  </a:lnTo>
                  <a:lnTo>
                    <a:pt x="2558560" y="287"/>
                  </a:lnTo>
                  <a:lnTo>
                    <a:pt x="2610303" y="647"/>
                  </a:lnTo>
                  <a:lnTo>
                    <a:pt x="2661830" y="1151"/>
                  </a:lnTo>
                  <a:lnTo>
                    <a:pt x="2713141" y="1798"/>
                  </a:lnTo>
                  <a:lnTo>
                    <a:pt x="2764236" y="2590"/>
                  </a:lnTo>
                  <a:lnTo>
                    <a:pt x="2815115" y="3526"/>
                  </a:lnTo>
                  <a:lnTo>
                    <a:pt x="2865777" y="4606"/>
                  </a:lnTo>
                  <a:lnTo>
                    <a:pt x="2916222" y="5830"/>
                  </a:lnTo>
                  <a:lnTo>
                    <a:pt x="2966451" y="7199"/>
                  </a:lnTo>
                  <a:lnTo>
                    <a:pt x="3016463" y="8711"/>
                  </a:lnTo>
                  <a:lnTo>
                    <a:pt x="3066341" y="10440"/>
                  </a:lnTo>
                  <a:lnTo>
                    <a:pt x="3116146" y="12456"/>
                  </a:lnTo>
                  <a:lnTo>
                    <a:pt x="3165877" y="14759"/>
                  </a:lnTo>
                  <a:lnTo>
                    <a:pt x="3215535" y="17350"/>
                  </a:lnTo>
                  <a:lnTo>
                    <a:pt x="3265120" y="20230"/>
                  </a:lnTo>
                  <a:lnTo>
                    <a:pt x="3314631" y="23398"/>
                  </a:lnTo>
                  <a:lnTo>
                    <a:pt x="3364069" y="26854"/>
                  </a:lnTo>
                  <a:lnTo>
                    <a:pt x="3413434" y="30599"/>
                  </a:lnTo>
                  <a:lnTo>
                    <a:pt x="3462724" y="34633"/>
                  </a:lnTo>
                  <a:lnTo>
                    <a:pt x="3511941" y="38956"/>
                  </a:lnTo>
                  <a:lnTo>
                    <a:pt x="3561085" y="43569"/>
                  </a:lnTo>
                  <a:lnTo>
                    <a:pt x="3610203" y="48513"/>
                  </a:lnTo>
                  <a:lnTo>
                    <a:pt x="3659320" y="53842"/>
                  </a:lnTo>
                  <a:lnTo>
                    <a:pt x="3708437" y="59555"/>
                  </a:lnTo>
                  <a:lnTo>
                    <a:pt x="3757554" y="65653"/>
                  </a:lnTo>
                  <a:lnTo>
                    <a:pt x="3806670" y="72135"/>
                  </a:lnTo>
                  <a:lnTo>
                    <a:pt x="3855787" y="79000"/>
                  </a:lnTo>
                  <a:lnTo>
                    <a:pt x="3904903" y="86250"/>
                  </a:lnTo>
                  <a:lnTo>
                    <a:pt x="3954020" y="93883"/>
                  </a:lnTo>
                  <a:lnTo>
                    <a:pt x="4003137" y="101901"/>
                  </a:lnTo>
                  <a:lnTo>
                    <a:pt x="4052254" y="110301"/>
                  </a:lnTo>
                  <a:lnTo>
                    <a:pt x="4101372" y="119085"/>
                  </a:lnTo>
                  <a:lnTo>
                    <a:pt x="4150582" y="128338"/>
                  </a:lnTo>
                  <a:lnTo>
                    <a:pt x="4199984" y="138116"/>
                  </a:lnTo>
                  <a:lnTo>
                    <a:pt x="4249577" y="148421"/>
                  </a:lnTo>
                  <a:lnTo>
                    <a:pt x="4299361" y="159252"/>
                  </a:lnTo>
                  <a:lnTo>
                    <a:pt x="4349337" y="170608"/>
                  </a:lnTo>
                  <a:lnTo>
                    <a:pt x="4399506" y="182491"/>
                  </a:lnTo>
                  <a:lnTo>
                    <a:pt x="4449868" y="194899"/>
                  </a:lnTo>
                  <a:lnTo>
                    <a:pt x="4500423" y="207834"/>
                  </a:lnTo>
                  <a:lnTo>
                    <a:pt x="4551171" y="221294"/>
                  </a:lnTo>
                  <a:lnTo>
                    <a:pt x="4602114" y="235281"/>
                  </a:lnTo>
                  <a:lnTo>
                    <a:pt x="4653250" y="249793"/>
                  </a:lnTo>
                  <a:lnTo>
                    <a:pt x="4653250" y="1158938"/>
                  </a:lnTo>
                  <a:lnTo>
                    <a:pt x="4603383" y="1143784"/>
                  </a:lnTo>
                  <a:lnTo>
                    <a:pt x="4552550" y="1129265"/>
                  </a:lnTo>
                  <a:lnTo>
                    <a:pt x="4500753" y="1115384"/>
                  </a:lnTo>
                  <a:lnTo>
                    <a:pt x="4447988" y="1102146"/>
                  </a:lnTo>
                  <a:lnTo>
                    <a:pt x="4394255" y="1089554"/>
                  </a:lnTo>
                  <a:lnTo>
                    <a:pt x="4339553" y="1077611"/>
                  </a:lnTo>
                  <a:lnTo>
                    <a:pt x="4292154" y="1067865"/>
                  </a:lnTo>
                  <a:lnTo>
                    <a:pt x="4244579" y="1058534"/>
                  </a:lnTo>
                  <a:lnTo>
                    <a:pt x="4196829" y="1049617"/>
                  </a:lnTo>
                  <a:lnTo>
                    <a:pt x="4148901" y="1041113"/>
                  </a:lnTo>
                  <a:lnTo>
                    <a:pt x="4100795" y="1033021"/>
                  </a:lnTo>
                  <a:lnTo>
                    <a:pt x="4052510" y="1025342"/>
                  </a:lnTo>
                  <a:lnTo>
                    <a:pt x="4004045" y="1018073"/>
                  </a:lnTo>
                  <a:lnTo>
                    <a:pt x="3955530" y="1011181"/>
                  </a:lnTo>
                  <a:lnTo>
                    <a:pt x="3907070" y="1004577"/>
                  </a:lnTo>
                  <a:lnTo>
                    <a:pt x="3858667" y="998264"/>
                  </a:lnTo>
                  <a:lnTo>
                    <a:pt x="3810323" y="992243"/>
                  </a:lnTo>
                  <a:lnTo>
                    <a:pt x="3762040" y="986515"/>
                  </a:lnTo>
                  <a:lnTo>
                    <a:pt x="3713821" y="981084"/>
                  </a:lnTo>
                  <a:lnTo>
                    <a:pt x="3665668" y="975949"/>
                  </a:lnTo>
                  <a:lnTo>
                    <a:pt x="3609911" y="970387"/>
                  </a:lnTo>
                  <a:lnTo>
                    <a:pt x="3554960" y="965306"/>
                  </a:lnTo>
                  <a:lnTo>
                    <a:pt x="3500817" y="960707"/>
                  </a:lnTo>
                  <a:lnTo>
                    <a:pt x="3447482" y="956592"/>
                  </a:lnTo>
                  <a:lnTo>
                    <a:pt x="3394955" y="952964"/>
                  </a:lnTo>
                  <a:lnTo>
                    <a:pt x="3343238" y="949824"/>
                  </a:lnTo>
                  <a:lnTo>
                    <a:pt x="3291799" y="946624"/>
                  </a:lnTo>
                  <a:lnTo>
                    <a:pt x="3240390" y="943660"/>
                  </a:lnTo>
                  <a:lnTo>
                    <a:pt x="3189010" y="940932"/>
                  </a:lnTo>
                  <a:lnTo>
                    <a:pt x="3137661" y="938441"/>
                  </a:lnTo>
                  <a:lnTo>
                    <a:pt x="3086341" y="936187"/>
                  </a:lnTo>
                  <a:lnTo>
                    <a:pt x="3035052" y="934169"/>
                  </a:lnTo>
                  <a:lnTo>
                    <a:pt x="2983792" y="932389"/>
                  </a:lnTo>
                  <a:lnTo>
                    <a:pt x="2932562" y="930845"/>
                  </a:lnTo>
                  <a:lnTo>
                    <a:pt x="2881363" y="929539"/>
                  </a:lnTo>
                  <a:lnTo>
                    <a:pt x="2830193" y="928470"/>
                  </a:lnTo>
                  <a:lnTo>
                    <a:pt x="2779053" y="927638"/>
                  </a:lnTo>
                  <a:lnTo>
                    <a:pt x="2727944" y="927044"/>
                  </a:lnTo>
                  <a:lnTo>
                    <a:pt x="2676864" y="926687"/>
                  </a:lnTo>
                  <a:lnTo>
                    <a:pt x="2625815" y="926568"/>
                  </a:lnTo>
                  <a:lnTo>
                    <a:pt x="2576778" y="926835"/>
                  </a:lnTo>
                  <a:lnTo>
                    <a:pt x="2527629" y="927637"/>
                  </a:lnTo>
                  <a:lnTo>
                    <a:pt x="2478367" y="928972"/>
                  </a:lnTo>
                  <a:lnTo>
                    <a:pt x="2428990" y="930841"/>
                  </a:lnTo>
                  <a:lnTo>
                    <a:pt x="2379496" y="933244"/>
                  </a:lnTo>
                  <a:lnTo>
                    <a:pt x="2329883" y="936179"/>
                  </a:lnTo>
                  <a:lnTo>
                    <a:pt x="2280150" y="939646"/>
                  </a:lnTo>
                  <a:lnTo>
                    <a:pt x="2230624" y="943798"/>
                  </a:lnTo>
                  <a:lnTo>
                    <a:pt x="2181632" y="948783"/>
                  </a:lnTo>
                  <a:lnTo>
                    <a:pt x="2133174" y="954599"/>
                  </a:lnTo>
                  <a:lnTo>
                    <a:pt x="2085249" y="961245"/>
                  </a:lnTo>
                  <a:lnTo>
                    <a:pt x="2037858" y="968718"/>
                  </a:lnTo>
                  <a:lnTo>
                    <a:pt x="1990999" y="977016"/>
                  </a:lnTo>
                  <a:lnTo>
                    <a:pt x="1944673" y="986137"/>
                  </a:lnTo>
                  <a:lnTo>
                    <a:pt x="1891497" y="997954"/>
                  </a:lnTo>
                  <a:lnTo>
                    <a:pt x="1839451" y="1011144"/>
                  </a:lnTo>
                  <a:lnTo>
                    <a:pt x="1788537" y="1025705"/>
                  </a:lnTo>
                  <a:lnTo>
                    <a:pt x="1738753" y="1041637"/>
                  </a:lnTo>
                  <a:lnTo>
                    <a:pt x="1690100" y="1058939"/>
                  </a:lnTo>
                  <a:lnTo>
                    <a:pt x="1642578" y="1077611"/>
                  </a:lnTo>
                  <a:lnTo>
                    <a:pt x="1596573" y="1097884"/>
                  </a:lnTo>
                  <a:lnTo>
                    <a:pt x="1552512" y="1119921"/>
                  </a:lnTo>
                  <a:lnTo>
                    <a:pt x="1510395" y="1143725"/>
                  </a:lnTo>
                  <a:lnTo>
                    <a:pt x="1470218" y="1169300"/>
                  </a:lnTo>
                  <a:lnTo>
                    <a:pt x="1431982" y="1196648"/>
                  </a:lnTo>
                  <a:lnTo>
                    <a:pt x="1395685" y="1225774"/>
                  </a:lnTo>
                  <a:lnTo>
                    <a:pt x="1361540" y="1256875"/>
                  </a:lnTo>
                  <a:lnTo>
                    <a:pt x="1329824" y="1290159"/>
                  </a:lnTo>
                  <a:lnTo>
                    <a:pt x="1300536" y="1325623"/>
                  </a:lnTo>
                  <a:lnTo>
                    <a:pt x="1273673" y="1363263"/>
                  </a:lnTo>
                  <a:lnTo>
                    <a:pt x="1249235" y="1403079"/>
                  </a:lnTo>
                  <a:lnTo>
                    <a:pt x="1227219" y="1445065"/>
                  </a:lnTo>
                  <a:lnTo>
                    <a:pt x="1208039" y="1489404"/>
                  </a:lnTo>
                  <a:lnTo>
                    <a:pt x="1192175" y="1536242"/>
                  </a:lnTo>
                  <a:lnTo>
                    <a:pt x="1179626" y="1585582"/>
                  </a:lnTo>
                  <a:lnTo>
                    <a:pt x="1170390" y="1637423"/>
                  </a:lnTo>
                  <a:lnTo>
                    <a:pt x="1164469" y="1691764"/>
                  </a:lnTo>
                  <a:lnTo>
                    <a:pt x="1161859" y="1748606"/>
                  </a:lnTo>
                  <a:lnTo>
                    <a:pt x="1164909" y="1803025"/>
                  </a:lnTo>
                  <a:lnTo>
                    <a:pt x="1170746" y="1855072"/>
                  </a:lnTo>
                  <a:lnTo>
                    <a:pt x="1179370" y="1904746"/>
                  </a:lnTo>
                  <a:lnTo>
                    <a:pt x="1190782" y="1952048"/>
                  </a:lnTo>
                  <a:lnTo>
                    <a:pt x="1204981" y="1996977"/>
                  </a:lnTo>
                  <a:lnTo>
                    <a:pt x="1221968" y="2039533"/>
                  </a:lnTo>
                  <a:lnTo>
                    <a:pt x="1241742" y="2079716"/>
                  </a:lnTo>
                  <a:lnTo>
                    <a:pt x="1267764" y="2123987"/>
                  </a:lnTo>
                  <a:lnTo>
                    <a:pt x="1296448" y="2165747"/>
                  </a:lnTo>
                  <a:lnTo>
                    <a:pt x="1327794" y="2204999"/>
                  </a:lnTo>
                  <a:lnTo>
                    <a:pt x="1361802" y="2241748"/>
                  </a:lnTo>
                  <a:lnTo>
                    <a:pt x="1398470" y="2275998"/>
                  </a:lnTo>
                  <a:lnTo>
                    <a:pt x="1437799" y="2307751"/>
                  </a:lnTo>
                  <a:lnTo>
                    <a:pt x="1479432" y="2337156"/>
                  </a:lnTo>
                  <a:lnTo>
                    <a:pt x="1523002" y="2364385"/>
                  </a:lnTo>
                  <a:lnTo>
                    <a:pt x="1568509" y="2389437"/>
                  </a:lnTo>
                  <a:lnTo>
                    <a:pt x="1615952" y="2412310"/>
                  </a:lnTo>
                  <a:lnTo>
                    <a:pt x="1665329" y="2433000"/>
                  </a:lnTo>
                  <a:lnTo>
                    <a:pt x="1716638" y="2451506"/>
                  </a:lnTo>
                  <a:lnTo>
                    <a:pt x="1761695" y="2465915"/>
                  </a:lnTo>
                  <a:lnTo>
                    <a:pt x="1807221" y="2479257"/>
                  </a:lnTo>
                  <a:lnTo>
                    <a:pt x="1853220" y="2491530"/>
                  </a:lnTo>
                  <a:lnTo>
                    <a:pt x="1899692" y="2502736"/>
                  </a:lnTo>
                  <a:lnTo>
                    <a:pt x="1946638" y="2512873"/>
                  </a:lnTo>
                  <a:lnTo>
                    <a:pt x="1994060" y="2521942"/>
                  </a:lnTo>
                  <a:lnTo>
                    <a:pt x="2041958" y="2529943"/>
                  </a:lnTo>
                  <a:lnTo>
                    <a:pt x="2090089" y="2537034"/>
                  </a:lnTo>
                  <a:lnTo>
                    <a:pt x="2138223" y="2543352"/>
                  </a:lnTo>
                  <a:lnTo>
                    <a:pt x="2186359" y="2548898"/>
                  </a:lnTo>
                  <a:lnTo>
                    <a:pt x="2234498" y="2553671"/>
                  </a:lnTo>
                  <a:lnTo>
                    <a:pt x="2282638" y="2557672"/>
                  </a:lnTo>
                  <a:lnTo>
                    <a:pt x="2330780" y="2560901"/>
                  </a:lnTo>
                  <a:lnTo>
                    <a:pt x="2378922" y="2563356"/>
                  </a:lnTo>
                  <a:lnTo>
                    <a:pt x="2434413" y="2565577"/>
                  </a:lnTo>
                  <a:lnTo>
                    <a:pt x="2488620" y="2567392"/>
                  </a:lnTo>
                  <a:lnTo>
                    <a:pt x="2541543" y="2568802"/>
                  </a:lnTo>
                  <a:lnTo>
                    <a:pt x="2593183" y="2569808"/>
                  </a:lnTo>
                  <a:lnTo>
                    <a:pt x="2643541" y="2570411"/>
                  </a:lnTo>
                  <a:lnTo>
                    <a:pt x="2692619" y="2570612"/>
                  </a:lnTo>
                  <a:lnTo>
                    <a:pt x="2729634" y="2570526"/>
                  </a:lnTo>
                  <a:lnTo>
                    <a:pt x="2773924" y="2570263"/>
                  </a:lnTo>
                  <a:lnTo>
                    <a:pt x="2825484" y="2569813"/>
                  </a:lnTo>
                  <a:lnTo>
                    <a:pt x="2884310" y="2569167"/>
                  </a:lnTo>
                  <a:lnTo>
                    <a:pt x="2926948" y="2568483"/>
                  </a:lnTo>
                  <a:lnTo>
                    <a:pt x="2971610" y="2567392"/>
                  </a:lnTo>
                  <a:lnTo>
                    <a:pt x="3018291" y="2565897"/>
                  </a:lnTo>
                  <a:lnTo>
                    <a:pt x="3066991" y="2563997"/>
                  </a:lnTo>
                  <a:lnTo>
                    <a:pt x="3117707" y="2561694"/>
                  </a:lnTo>
                  <a:lnTo>
                    <a:pt x="3170437" y="2558990"/>
                  </a:lnTo>
                  <a:lnTo>
                    <a:pt x="3217023" y="2556378"/>
                  </a:lnTo>
                  <a:lnTo>
                    <a:pt x="3264678" y="2553533"/>
                  </a:lnTo>
                  <a:lnTo>
                    <a:pt x="3313402" y="2550454"/>
                  </a:lnTo>
                  <a:lnTo>
                    <a:pt x="3363195" y="2547137"/>
                  </a:lnTo>
                  <a:lnTo>
                    <a:pt x="3414058" y="2543583"/>
                  </a:lnTo>
                  <a:lnTo>
                    <a:pt x="3465990" y="2539789"/>
                  </a:lnTo>
                  <a:lnTo>
                    <a:pt x="3518992" y="2535755"/>
                  </a:lnTo>
                  <a:lnTo>
                    <a:pt x="3565964" y="2531967"/>
                  </a:lnTo>
                  <a:lnTo>
                    <a:pt x="3613207" y="2527861"/>
                  </a:lnTo>
                  <a:lnTo>
                    <a:pt x="3660721" y="2523436"/>
                  </a:lnTo>
                  <a:lnTo>
                    <a:pt x="3708508" y="2518694"/>
                  </a:lnTo>
                  <a:lnTo>
                    <a:pt x="3756568" y="2513634"/>
                  </a:lnTo>
                  <a:lnTo>
                    <a:pt x="3804900" y="2508256"/>
                  </a:lnTo>
                  <a:lnTo>
                    <a:pt x="3853505" y="2502562"/>
                  </a:lnTo>
                  <a:lnTo>
                    <a:pt x="3902383" y="2496552"/>
                  </a:lnTo>
                  <a:lnTo>
                    <a:pt x="3951353" y="2490155"/>
                  </a:lnTo>
                  <a:lnTo>
                    <a:pt x="4000231" y="2483301"/>
                  </a:lnTo>
                  <a:lnTo>
                    <a:pt x="4049018" y="2475992"/>
                  </a:lnTo>
                  <a:lnTo>
                    <a:pt x="4097715" y="2468228"/>
                  </a:lnTo>
                  <a:lnTo>
                    <a:pt x="4146323" y="2460011"/>
                  </a:lnTo>
                  <a:lnTo>
                    <a:pt x="4194842" y="2451341"/>
                  </a:lnTo>
                  <a:lnTo>
                    <a:pt x="4243273" y="2442220"/>
                  </a:lnTo>
                  <a:lnTo>
                    <a:pt x="4291618" y="2432648"/>
                  </a:lnTo>
                  <a:lnTo>
                    <a:pt x="4346295" y="2421173"/>
                  </a:lnTo>
                  <a:lnTo>
                    <a:pt x="4399968" y="2409166"/>
                  </a:lnTo>
                  <a:lnTo>
                    <a:pt x="4452637" y="2396627"/>
                  </a:lnTo>
                  <a:lnTo>
                    <a:pt x="4504301" y="2383554"/>
                  </a:lnTo>
                  <a:lnTo>
                    <a:pt x="4554958" y="2369948"/>
                  </a:lnTo>
                  <a:lnTo>
                    <a:pt x="4604608" y="2355808"/>
                  </a:lnTo>
                  <a:lnTo>
                    <a:pt x="4653250" y="2341132"/>
                  </a:lnTo>
                  <a:lnTo>
                    <a:pt x="4653250" y="3247398"/>
                  </a:lnTo>
                  <a:lnTo>
                    <a:pt x="4604401" y="3261420"/>
                  </a:lnTo>
                  <a:lnTo>
                    <a:pt x="4555450" y="3275012"/>
                  </a:lnTo>
                  <a:lnTo>
                    <a:pt x="4506397" y="3288175"/>
                  </a:lnTo>
                  <a:lnTo>
                    <a:pt x="4457242" y="3300910"/>
                  </a:lnTo>
                  <a:lnTo>
                    <a:pt x="4407984" y="3313215"/>
                  </a:lnTo>
                  <a:lnTo>
                    <a:pt x="4358625" y="3325091"/>
                  </a:lnTo>
                  <a:lnTo>
                    <a:pt x="4309165" y="3336538"/>
                  </a:lnTo>
                  <a:lnTo>
                    <a:pt x="4259603" y="3347557"/>
                  </a:lnTo>
                  <a:lnTo>
                    <a:pt x="4209939" y="3358147"/>
                  </a:lnTo>
                  <a:lnTo>
                    <a:pt x="4160174" y="3368308"/>
                  </a:lnTo>
                  <a:lnTo>
                    <a:pt x="4110307" y="3378040"/>
                  </a:lnTo>
                  <a:lnTo>
                    <a:pt x="4060340" y="3387344"/>
                  </a:lnTo>
                  <a:lnTo>
                    <a:pt x="4010271" y="3396220"/>
                  </a:lnTo>
                  <a:lnTo>
                    <a:pt x="3960101" y="3404667"/>
                  </a:lnTo>
                  <a:lnTo>
                    <a:pt x="3909831" y="3412686"/>
                  </a:lnTo>
                  <a:lnTo>
                    <a:pt x="3859459" y="3420276"/>
                  </a:lnTo>
                  <a:lnTo>
                    <a:pt x="3808987" y="3427438"/>
                  </a:lnTo>
                  <a:lnTo>
                    <a:pt x="3758414" y="3434172"/>
                  </a:lnTo>
                  <a:lnTo>
                    <a:pt x="3707741" y="3440478"/>
                  </a:lnTo>
                  <a:lnTo>
                    <a:pt x="3686951" y="3442884"/>
                  </a:lnTo>
                </a:path>
              </a:pathLst>
            </a:custGeom>
            <a:noFill/>
            <a:ln cap="flat" cmpd="sng" w="10450">
              <a:solidFill>
                <a:srgbClr val="FFFFFF">
                  <a:alpha val="5882"/>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2" name="Google Shape;62;p1"/>
            <p:cNvSpPr/>
            <p:nvPr/>
          </p:nvSpPr>
          <p:spPr>
            <a:xfrm>
              <a:off x="15712089" y="7912141"/>
              <a:ext cx="4392295" cy="3396615"/>
            </a:xfrm>
            <a:custGeom>
              <a:rect b="b" l="l" r="r" t="t"/>
              <a:pathLst>
                <a:path extrusionOk="0" h="3396615" w="4392294">
                  <a:moveTo>
                    <a:pt x="3543684" y="3396414"/>
                  </a:moveTo>
                  <a:lnTo>
                    <a:pt x="2349876" y="2381812"/>
                  </a:lnTo>
                  <a:lnTo>
                    <a:pt x="1156046" y="3396414"/>
                  </a:lnTo>
                </a:path>
                <a:path extrusionOk="0" h="3396615" w="4392294">
                  <a:moveTo>
                    <a:pt x="0" y="3396414"/>
                  </a:moveTo>
                  <a:lnTo>
                    <a:pt x="0" y="0"/>
                  </a:lnTo>
                  <a:lnTo>
                    <a:pt x="1158969" y="0"/>
                  </a:lnTo>
                  <a:lnTo>
                    <a:pt x="1158969" y="2030357"/>
                  </a:lnTo>
                  <a:lnTo>
                    <a:pt x="3549494" y="0"/>
                  </a:lnTo>
                  <a:lnTo>
                    <a:pt x="4392010" y="0"/>
                  </a:lnTo>
                </a:path>
                <a:path extrusionOk="0" h="3396615" w="4392294">
                  <a:moveTo>
                    <a:pt x="4392010" y="644459"/>
                  </a:moveTo>
                  <a:lnTo>
                    <a:pt x="3151548" y="1699215"/>
                  </a:lnTo>
                  <a:lnTo>
                    <a:pt x="4392010" y="2755784"/>
                  </a:lnTo>
                </a:path>
              </a:pathLst>
            </a:custGeom>
            <a:noFill/>
            <a:ln cap="flat" cmpd="sng" w="10450">
              <a:solidFill>
                <a:srgbClr val="FFFFFF">
                  <a:alpha val="5882"/>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pic>
        <p:nvPicPr>
          <p:cNvPr id="63" name="Google Shape;63;p1"/>
          <p:cNvPicPr preferRelativeResize="0"/>
          <p:nvPr/>
        </p:nvPicPr>
        <p:blipFill rotWithShape="1">
          <a:blip r:embed="rId5">
            <a:alphaModFix/>
          </a:blip>
          <a:srcRect b="0" l="0" r="0" t="0"/>
          <a:stretch/>
        </p:blipFill>
        <p:spPr>
          <a:xfrm>
            <a:off x="1168354" y="7326949"/>
            <a:ext cx="366480" cy="261772"/>
          </a:xfrm>
          <a:prstGeom prst="rect">
            <a:avLst/>
          </a:prstGeom>
          <a:noFill/>
          <a:ln>
            <a:noFill/>
          </a:ln>
        </p:spPr>
      </p:pic>
      <p:pic>
        <p:nvPicPr>
          <p:cNvPr id="64" name="Google Shape;64;p1"/>
          <p:cNvPicPr preferRelativeResize="0"/>
          <p:nvPr/>
        </p:nvPicPr>
        <p:blipFill rotWithShape="1">
          <a:blip r:embed="rId6">
            <a:alphaModFix/>
          </a:blip>
          <a:srcRect b="0" l="0" r="0" t="0"/>
          <a:stretch/>
        </p:blipFill>
        <p:spPr>
          <a:xfrm>
            <a:off x="7931716" y="0"/>
            <a:ext cx="12172383" cy="11308556"/>
          </a:xfrm>
          <a:prstGeom prst="rect">
            <a:avLst/>
          </a:prstGeom>
          <a:noFill/>
          <a:ln>
            <a:noFill/>
          </a:ln>
        </p:spPr>
      </p:pic>
      <p:sp>
        <p:nvSpPr>
          <p:cNvPr id="65" name="TextBox 64"/>
          <p:cNvSpPr txBox="1"/>
          <p:nvPr/>
        </p:nvSpPr>
        <p:spPr>
          <a:xfrm>
            <a:off x="16002000" y="457200"/>
            <a:ext cx="3657600" cy="365760"/>
          </a:xfrm>
          <a:prstGeom prst="rect">
            <a:avLst/>
          </a:prstGeom>
          <a:noFill/>
        </p:spPr>
        <p:txBody>
          <a:bodyPr wrap="none">
            <a:spAutoFit/>
          </a:bodyPr>
          <a:lstStyle/>
          <a:p>
            <a:pPr algn="ctr"/>
            <a:r>
              <a:rPr sz="1400">
                <a:solidFill>
                  <a:srgbClr val="FFFFFF"/>
                </a:solidFill>
                <a:latin typeface="Ubuntu Mono"/>
              </a:rPr>
              <a:t>Hackatom 2026</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8" name="Shape 68"/>
        <p:cNvGrpSpPr/>
        <p:nvPr/>
      </p:nvGrpSpPr>
      <p:grpSpPr>
        <a:xfrm>
          <a:off x="0" y="0"/>
          <a:ext cx="0" cy="0"/>
          <a:chOff x="0" y="0"/>
          <a:chExt cx="0" cy="0"/>
        </a:xfrm>
      </p:grpSpPr>
      <p:sp>
        <p:nvSpPr>
          <p:cNvPr id="69" name="Google Shape;69;p2"/>
          <p:cNvSpPr/>
          <p:nvPr/>
        </p:nvSpPr>
        <p:spPr>
          <a:xfrm>
            <a:off x="0" y="0"/>
            <a:ext cx="20104100" cy="11308715"/>
          </a:xfrm>
          <a:custGeom>
            <a:rect b="b" l="l" r="r" t="t"/>
            <a:pathLst>
              <a:path extrusionOk="0" h="11308715" w="20104100">
                <a:moveTo>
                  <a:pt x="20104099" y="0"/>
                </a:moveTo>
                <a:lnTo>
                  <a:pt x="0" y="0"/>
                </a:lnTo>
                <a:lnTo>
                  <a:pt x="0" y="11308556"/>
                </a:lnTo>
                <a:lnTo>
                  <a:pt x="20104099" y="11308556"/>
                </a:lnTo>
                <a:lnTo>
                  <a:pt x="20104099" y="0"/>
                </a:lnTo>
                <a:close/>
              </a:path>
            </a:pathLst>
          </a:custGeom>
          <a:solidFill>
            <a:srgbClr val="F6F8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0" name="Google Shape;70;p2"/>
          <p:cNvSpPr/>
          <p:nvPr/>
        </p:nvSpPr>
        <p:spPr>
          <a:xfrm>
            <a:off x="0" y="0"/>
            <a:ext cx="20104100" cy="1569085"/>
          </a:xfrm>
          <a:custGeom>
            <a:rect b="b" l="l" r="r" t="t"/>
            <a:pathLst>
              <a:path extrusionOk="0" h="1569085" w="20104100">
                <a:moveTo>
                  <a:pt x="20104099" y="0"/>
                </a:moveTo>
                <a:lnTo>
                  <a:pt x="0" y="0"/>
                </a:lnTo>
                <a:lnTo>
                  <a:pt x="0" y="1568538"/>
                </a:lnTo>
                <a:lnTo>
                  <a:pt x="20104099" y="1568538"/>
                </a:lnTo>
                <a:lnTo>
                  <a:pt x="2010409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71" name="Google Shape;71;p2"/>
          <p:cNvGrpSpPr/>
          <p:nvPr/>
        </p:nvGrpSpPr>
        <p:grpSpPr>
          <a:xfrm>
            <a:off x="0" y="3962599"/>
            <a:ext cx="20104621" cy="7346440"/>
            <a:chOff x="0" y="3962599"/>
            <a:chExt cx="20104621" cy="7346440"/>
          </a:xfrm>
        </p:grpSpPr>
        <p:sp>
          <p:nvSpPr>
            <p:cNvPr id="72" name="Google Shape;72;p2"/>
            <p:cNvSpPr/>
            <p:nvPr/>
          </p:nvSpPr>
          <p:spPr>
            <a:xfrm>
              <a:off x="0" y="3962599"/>
              <a:ext cx="2218690" cy="3497579"/>
            </a:xfrm>
            <a:custGeom>
              <a:rect b="b" l="l" r="r" t="t"/>
              <a:pathLst>
                <a:path extrusionOk="0" h="3497579" w="2218690">
                  <a:moveTo>
                    <a:pt x="0" y="2565654"/>
                  </a:moveTo>
                  <a:lnTo>
                    <a:pt x="0" y="3497045"/>
                  </a:lnTo>
                  <a:lnTo>
                    <a:pt x="69579" y="3497045"/>
                  </a:lnTo>
                  <a:lnTo>
                    <a:pt x="380156" y="3493568"/>
                  </a:lnTo>
                  <a:lnTo>
                    <a:pt x="631382" y="3486652"/>
                  </a:lnTo>
                  <a:lnTo>
                    <a:pt x="780577" y="3479744"/>
                  </a:lnTo>
                  <a:lnTo>
                    <a:pt x="929111" y="3470240"/>
                  </a:lnTo>
                  <a:lnTo>
                    <a:pt x="1076983" y="3458145"/>
                  </a:lnTo>
                  <a:lnTo>
                    <a:pt x="1175244" y="3448591"/>
                  </a:lnTo>
                  <a:lnTo>
                    <a:pt x="1273478" y="3437549"/>
                  </a:lnTo>
                  <a:lnTo>
                    <a:pt x="1371712" y="3424974"/>
                  </a:lnTo>
                  <a:lnTo>
                    <a:pt x="1469945" y="3410861"/>
                  </a:lnTo>
                  <a:lnTo>
                    <a:pt x="1568179" y="3395206"/>
                  </a:lnTo>
                  <a:lnTo>
                    <a:pt x="1666414" y="3378002"/>
                  </a:lnTo>
                  <a:lnTo>
                    <a:pt x="1765026" y="3358994"/>
                  </a:lnTo>
                  <a:lnTo>
                    <a:pt x="1864403" y="3337872"/>
                  </a:lnTo>
                  <a:lnTo>
                    <a:pt x="1964548" y="3314635"/>
                  </a:lnTo>
                  <a:lnTo>
                    <a:pt x="2065465" y="3289285"/>
                  </a:lnTo>
                  <a:lnTo>
                    <a:pt x="2167155" y="3261820"/>
                  </a:lnTo>
                  <a:lnTo>
                    <a:pt x="2218292" y="3247294"/>
                  </a:lnTo>
                  <a:lnTo>
                    <a:pt x="2218292" y="2570432"/>
                  </a:lnTo>
                  <a:lnTo>
                    <a:pt x="212289" y="2570432"/>
                  </a:lnTo>
                  <a:lnTo>
                    <a:pt x="101152" y="2568704"/>
                  </a:lnTo>
                  <a:lnTo>
                    <a:pt x="0" y="2565654"/>
                  </a:lnTo>
                  <a:close/>
                </a:path>
                <a:path extrusionOk="0" h="3497579" w="2218690">
                  <a:moveTo>
                    <a:pt x="2218292" y="1687488"/>
                  </a:moveTo>
                  <a:lnTo>
                    <a:pt x="1062254" y="1687488"/>
                  </a:lnTo>
                  <a:lnTo>
                    <a:pt x="1062254" y="2538572"/>
                  </a:lnTo>
                  <a:lnTo>
                    <a:pt x="953022" y="2546940"/>
                  </a:lnTo>
                  <a:lnTo>
                    <a:pt x="848444" y="2553444"/>
                  </a:lnTo>
                  <a:lnTo>
                    <a:pt x="701004" y="2560200"/>
                  </a:lnTo>
                  <a:lnTo>
                    <a:pt x="465981" y="2567291"/>
                  </a:lnTo>
                  <a:lnTo>
                    <a:pt x="278425" y="2570432"/>
                  </a:lnTo>
                  <a:lnTo>
                    <a:pt x="2218292" y="2570432"/>
                  </a:lnTo>
                  <a:lnTo>
                    <a:pt x="2218292" y="1687488"/>
                  </a:lnTo>
                  <a:close/>
                </a:path>
                <a:path extrusionOk="0" h="3497579" w="2218690">
                  <a:moveTo>
                    <a:pt x="2218292" y="926216"/>
                  </a:moveTo>
                  <a:lnTo>
                    <a:pt x="295678" y="926216"/>
                  </a:lnTo>
                  <a:lnTo>
                    <a:pt x="344095" y="926456"/>
                  </a:lnTo>
                  <a:lnTo>
                    <a:pt x="501269" y="928888"/>
                  </a:lnTo>
                  <a:lnTo>
                    <a:pt x="500530" y="928888"/>
                  </a:lnTo>
                  <a:lnTo>
                    <a:pt x="600094" y="931715"/>
                  </a:lnTo>
                  <a:lnTo>
                    <a:pt x="754052" y="938065"/>
                  </a:lnTo>
                  <a:lnTo>
                    <a:pt x="959997" y="949957"/>
                  </a:lnTo>
                  <a:lnTo>
                    <a:pt x="1065859" y="957703"/>
                  </a:lnTo>
                  <a:lnTo>
                    <a:pt x="1174952" y="967386"/>
                  </a:lnTo>
                  <a:lnTo>
                    <a:pt x="1327082" y="983522"/>
                  </a:lnTo>
                  <a:lnTo>
                    <a:pt x="1472112" y="1001583"/>
                  </a:lnTo>
                  <a:lnTo>
                    <a:pt x="1617552" y="1022348"/>
                  </a:lnTo>
                  <a:lnTo>
                    <a:pt x="1713942" y="1038119"/>
                  </a:lnTo>
                  <a:lnTo>
                    <a:pt x="1809621" y="1055540"/>
                  </a:lnTo>
                  <a:lnTo>
                    <a:pt x="1904595" y="1074617"/>
                  </a:lnTo>
                  <a:lnTo>
                    <a:pt x="1959297" y="1086560"/>
                  </a:lnTo>
                  <a:lnTo>
                    <a:pt x="2013032" y="1099153"/>
                  </a:lnTo>
                  <a:lnTo>
                    <a:pt x="2065798" y="1112391"/>
                  </a:lnTo>
                  <a:lnTo>
                    <a:pt x="2117597" y="1126271"/>
                  </a:lnTo>
                  <a:lnTo>
                    <a:pt x="2168428" y="1140790"/>
                  </a:lnTo>
                  <a:lnTo>
                    <a:pt x="2218292" y="1155944"/>
                  </a:lnTo>
                  <a:lnTo>
                    <a:pt x="2218292" y="926216"/>
                  </a:lnTo>
                  <a:close/>
                </a:path>
                <a:path extrusionOk="0" h="3497579" w="2218690">
                  <a:moveTo>
                    <a:pt x="26457" y="0"/>
                  </a:moveTo>
                  <a:lnTo>
                    <a:pt x="0" y="0"/>
                  </a:lnTo>
                  <a:lnTo>
                    <a:pt x="0" y="930525"/>
                  </a:lnTo>
                  <a:lnTo>
                    <a:pt x="43409" y="928888"/>
                  </a:lnTo>
                  <a:lnTo>
                    <a:pt x="92671" y="927558"/>
                  </a:lnTo>
                  <a:lnTo>
                    <a:pt x="141820" y="926761"/>
                  </a:lnTo>
                  <a:lnTo>
                    <a:pt x="2218292" y="926216"/>
                  </a:lnTo>
                  <a:lnTo>
                    <a:pt x="2218292" y="249689"/>
                  </a:lnTo>
                  <a:lnTo>
                    <a:pt x="2120492" y="222088"/>
                  </a:lnTo>
                  <a:lnTo>
                    <a:pt x="2022283" y="196198"/>
                  </a:lnTo>
                  <a:lnTo>
                    <a:pt x="1923667" y="172019"/>
                  </a:lnTo>
                  <a:lnTo>
                    <a:pt x="1824644" y="149553"/>
                  </a:lnTo>
                  <a:lnTo>
                    <a:pt x="1725216" y="128799"/>
                  </a:lnTo>
                  <a:lnTo>
                    <a:pt x="1625382" y="109758"/>
                  </a:lnTo>
                  <a:lnTo>
                    <a:pt x="1525143" y="92430"/>
                  </a:lnTo>
                  <a:lnTo>
                    <a:pt x="1424501" y="76816"/>
                  </a:lnTo>
                  <a:lnTo>
                    <a:pt x="1323456" y="62917"/>
                  </a:lnTo>
                  <a:lnTo>
                    <a:pt x="1222008" y="50732"/>
                  </a:lnTo>
                  <a:lnTo>
                    <a:pt x="1069176" y="35212"/>
                  </a:lnTo>
                  <a:lnTo>
                    <a:pt x="915697" y="22632"/>
                  </a:lnTo>
                  <a:lnTo>
                    <a:pt x="761569" y="12993"/>
                  </a:lnTo>
                  <a:lnTo>
                    <a:pt x="606791" y="6294"/>
                  </a:lnTo>
                  <a:lnTo>
                    <a:pt x="466060" y="2796"/>
                  </a:lnTo>
                  <a:lnTo>
                    <a:pt x="174198" y="2796"/>
                  </a:lnTo>
                  <a:lnTo>
                    <a:pt x="150409" y="2534"/>
                  </a:lnTo>
                  <a:lnTo>
                    <a:pt x="147040" y="2534"/>
                  </a:lnTo>
                  <a:lnTo>
                    <a:pt x="124098" y="2091"/>
                  </a:lnTo>
                  <a:lnTo>
                    <a:pt x="122601" y="2091"/>
                  </a:lnTo>
                  <a:lnTo>
                    <a:pt x="50318" y="275"/>
                  </a:lnTo>
                  <a:lnTo>
                    <a:pt x="26457" y="0"/>
                  </a:lnTo>
                  <a:close/>
                </a:path>
                <a:path extrusionOk="0" h="3497579" w="2218690">
                  <a:moveTo>
                    <a:pt x="357358" y="1712"/>
                  </a:moveTo>
                  <a:lnTo>
                    <a:pt x="295277" y="1712"/>
                  </a:lnTo>
                  <a:lnTo>
                    <a:pt x="190857" y="2796"/>
                  </a:lnTo>
                  <a:lnTo>
                    <a:pt x="466060" y="2796"/>
                  </a:lnTo>
                  <a:lnTo>
                    <a:pt x="413044" y="2091"/>
                  </a:lnTo>
                  <a:lnTo>
                    <a:pt x="429342" y="2091"/>
                  </a:lnTo>
                  <a:lnTo>
                    <a:pt x="357358" y="1712"/>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 name="Google Shape;73;p2"/>
            <p:cNvSpPr/>
            <p:nvPr/>
          </p:nvSpPr>
          <p:spPr>
            <a:xfrm>
              <a:off x="2799169" y="4025944"/>
              <a:ext cx="4008754" cy="3407410"/>
            </a:xfrm>
            <a:custGeom>
              <a:rect b="b" l="l" r="r" t="t"/>
              <a:pathLst>
                <a:path extrusionOk="0" h="3407409" w="4008754">
                  <a:moveTo>
                    <a:pt x="4008412" y="2495550"/>
                  </a:moveTo>
                  <a:lnTo>
                    <a:pt x="1158951" y="2495550"/>
                  </a:lnTo>
                  <a:lnTo>
                    <a:pt x="1158951" y="0"/>
                  </a:lnTo>
                  <a:lnTo>
                    <a:pt x="0" y="0"/>
                  </a:lnTo>
                  <a:lnTo>
                    <a:pt x="0" y="2495550"/>
                  </a:lnTo>
                  <a:lnTo>
                    <a:pt x="0" y="3407410"/>
                  </a:lnTo>
                  <a:lnTo>
                    <a:pt x="4008412" y="3407410"/>
                  </a:lnTo>
                  <a:lnTo>
                    <a:pt x="4008412" y="249555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4" name="Google Shape;74;p2"/>
            <p:cNvSpPr/>
            <p:nvPr/>
          </p:nvSpPr>
          <p:spPr>
            <a:xfrm>
              <a:off x="7025403" y="3997789"/>
              <a:ext cx="5257800" cy="3492500"/>
            </a:xfrm>
            <a:custGeom>
              <a:rect b="b" l="l" r="r" t="t"/>
              <a:pathLst>
                <a:path extrusionOk="0" h="3492500" w="5257800">
                  <a:moveTo>
                    <a:pt x="3307018" y="3479800"/>
                  </a:moveTo>
                  <a:lnTo>
                    <a:pt x="1951599" y="3479800"/>
                  </a:lnTo>
                  <a:lnTo>
                    <a:pt x="2004200" y="3492500"/>
                  </a:lnTo>
                  <a:lnTo>
                    <a:pt x="3254654" y="3492500"/>
                  </a:lnTo>
                  <a:lnTo>
                    <a:pt x="3307018" y="3479800"/>
                  </a:lnTo>
                  <a:close/>
                </a:path>
                <a:path extrusionOk="0" h="3492500" w="5257800">
                  <a:moveTo>
                    <a:pt x="3462173" y="3467100"/>
                  </a:moveTo>
                  <a:lnTo>
                    <a:pt x="1795865" y="3467100"/>
                  </a:lnTo>
                  <a:lnTo>
                    <a:pt x="1847432" y="3479800"/>
                  </a:lnTo>
                  <a:lnTo>
                    <a:pt x="3410777" y="3479800"/>
                  </a:lnTo>
                  <a:lnTo>
                    <a:pt x="3462173" y="3467100"/>
                  </a:lnTo>
                  <a:close/>
                </a:path>
                <a:path extrusionOk="0" h="3492500" w="5257800">
                  <a:moveTo>
                    <a:pt x="3563998" y="3454400"/>
                  </a:moveTo>
                  <a:lnTo>
                    <a:pt x="1693761" y="3454400"/>
                  </a:lnTo>
                  <a:lnTo>
                    <a:pt x="1744641" y="3467100"/>
                  </a:lnTo>
                  <a:lnTo>
                    <a:pt x="3513247" y="3467100"/>
                  </a:lnTo>
                  <a:lnTo>
                    <a:pt x="3563998" y="3454400"/>
                  </a:lnTo>
                  <a:close/>
                </a:path>
                <a:path extrusionOk="0" h="3492500" w="5257800">
                  <a:moveTo>
                    <a:pt x="3664534" y="3441700"/>
                  </a:moveTo>
                  <a:lnTo>
                    <a:pt x="1593030" y="3441700"/>
                  </a:lnTo>
                  <a:lnTo>
                    <a:pt x="1643224" y="3454400"/>
                  </a:lnTo>
                  <a:lnTo>
                    <a:pt x="3614427" y="3454400"/>
                  </a:lnTo>
                  <a:lnTo>
                    <a:pt x="3664534" y="3441700"/>
                  </a:lnTo>
                  <a:close/>
                </a:path>
                <a:path extrusionOk="0" h="3492500" w="5257800">
                  <a:moveTo>
                    <a:pt x="3812919" y="3416300"/>
                  </a:moveTo>
                  <a:lnTo>
                    <a:pt x="1444501" y="3416300"/>
                  </a:lnTo>
                  <a:lnTo>
                    <a:pt x="1543178" y="3441700"/>
                  </a:lnTo>
                  <a:lnTo>
                    <a:pt x="3714318" y="3441700"/>
                  </a:lnTo>
                  <a:lnTo>
                    <a:pt x="3812919" y="3416300"/>
                  </a:lnTo>
                  <a:close/>
                </a:path>
                <a:path extrusionOk="0" h="3492500" w="5257800">
                  <a:moveTo>
                    <a:pt x="3966684" y="101600"/>
                  </a:moveTo>
                  <a:lnTo>
                    <a:pt x="1290771" y="101600"/>
                  </a:lnTo>
                  <a:lnTo>
                    <a:pt x="1239255" y="114300"/>
                  </a:lnTo>
                  <a:lnTo>
                    <a:pt x="1188364" y="139700"/>
                  </a:lnTo>
                  <a:lnTo>
                    <a:pt x="1039436" y="177800"/>
                  </a:lnTo>
                  <a:lnTo>
                    <a:pt x="991042" y="203200"/>
                  </a:lnTo>
                  <a:lnTo>
                    <a:pt x="943272" y="215900"/>
                  </a:lnTo>
                  <a:lnTo>
                    <a:pt x="896127" y="241300"/>
                  </a:lnTo>
                  <a:lnTo>
                    <a:pt x="849607" y="254000"/>
                  </a:lnTo>
                  <a:lnTo>
                    <a:pt x="803919" y="279400"/>
                  </a:lnTo>
                  <a:lnTo>
                    <a:pt x="759287" y="304800"/>
                  </a:lnTo>
                  <a:lnTo>
                    <a:pt x="715713" y="317500"/>
                  </a:lnTo>
                  <a:lnTo>
                    <a:pt x="673196" y="342900"/>
                  </a:lnTo>
                  <a:lnTo>
                    <a:pt x="631737" y="381000"/>
                  </a:lnTo>
                  <a:lnTo>
                    <a:pt x="591335" y="406400"/>
                  </a:lnTo>
                  <a:lnTo>
                    <a:pt x="551991" y="431800"/>
                  </a:lnTo>
                  <a:lnTo>
                    <a:pt x="513706" y="469900"/>
                  </a:lnTo>
                  <a:lnTo>
                    <a:pt x="476479" y="495300"/>
                  </a:lnTo>
                  <a:lnTo>
                    <a:pt x="440311" y="533400"/>
                  </a:lnTo>
                  <a:lnTo>
                    <a:pt x="405202" y="558800"/>
                  </a:lnTo>
                  <a:lnTo>
                    <a:pt x="371290" y="596900"/>
                  </a:lnTo>
                  <a:lnTo>
                    <a:pt x="338747" y="635000"/>
                  </a:lnTo>
                  <a:lnTo>
                    <a:pt x="307573" y="673100"/>
                  </a:lnTo>
                  <a:lnTo>
                    <a:pt x="277768" y="723900"/>
                  </a:lnTo>
                  <a:lnTo>
                    <a:pt x="249333" y="762000"/>
                  </a:lnTo>
                  <a:lnTo>
                    <a:pt x="222266" y="812800"/>
                  </a:lnTo>
                  <a:lnTo>
                    <a:pt x="196569" y="850900"/>
                  </a:lnTo>
                  <a:lnTo>
                    <a:pt x="172241" y="901700"/>
                  </a:lnTo>
                  <a:lnTo>
                    <a:pt x="149283" y="952500"/>
                  </a:lnTo>
                  <a:lnTo>
                    <a:pt x="127693" y="1003300"/>
                  </a:lnTo>
                  <a:lnTo>
                    <a:pt x="107473" y="1054100"/>
                  </a:lnTo>
                  <a:lnTo>
                    <a:pt x="92663" y="1092200"/>
                  </a:lnTo>
                  <a:lnTo>
                    <a:pt x="78952" y="1143000"/>
                  </a:lnTo>
                  <a:lnTo>
                    <a:pt x="66338" y="1181100"/>
                  </a:lnTo>
                  <a:lnTo>
                    <a:pt x="54822" y="1231900"/>
                  </a:lnTo>
                  <a:lnTo>
                    <a:pt x="44404" y="1270000"/>
                  </a:lnTo>
                  <a:lnTo>
                    <a:pt x="35083" y="1320800"/>
                  </a:lnTo>
                  <a:lnTo>
                    <a:pt x="26859" y="1371600"/>
                  </a:lnTo>
                  <a:lnTo>
                    <a:pt x="19732" y="1422400"/>
                  </a:lnTo>
                  <a:lnTo>
                    <a:pt x="13702" y="1473200"/>
                  </a:lnTo>
                  <a:lnTo>
                    <a:pt x="8769" y="1524000"/>
                  </a:lnTo>
                  <a:lnTo>
                    <a:pt x="4932" y="1587500"/>
                  </a:lnTo>
                  <a:lnTo>
                    <a:pt x="2192" y="1638300"/>
                  </a:lnTo>
                  <a:lnTo>
                    <a:pt x="547" y="1689100"/>
                  </a:lnTo>
                  <a:lnTo>
                    <a:pt x="0" y="1752600"/>
                  </a:lnTo>
                  <a:lnTo>
                    <a:pt x="547" y="1803400"/>
                  </a:lnTo>
                  <a:lnTo>
                    <a:pt x="2192" y="1866900"/>
                  </a:lnTo>
                  <a:lnTo>
                    <a:pt x="4932" y="1917700"/>
                  </a:lnTo>
                  <a:lnTo>
                    <a:pt x="8769" y="1968500"/>
                  </a:lnTo>
                  <a:lnTo>
                    <a:pt x="13702" y="2019300"/>
                  </a:lnTo>
                  <a:lnTo>
                    <a:pt x="19732" y="2070100"/>
                  </a:lnTo>
                  <a:lnTo>
                    <a:pt x="26859" y="2120900"/>
                  </a:lnTo>
                  <a:lnTo>
                    <a:pt x="35083" y="2171700"/>
                  </a:lnTo>
                  <a:lnTo>
                    <a:pt x="44404" y="2222500"/>
                  </a:lnTo>
                  <a:lnTo>
                    <a:pt x="54822" y="2260600"/>
                  </a:lnTo>
                  <a:lnTo>
                    <a:pt x="66338" y="2311400"/>
                  </a:lnTo>
                  <a:lnTo>
                    <a:pt x="78952" y="2349500"/>
                  </a:lnTo>
                  <a:lnTo>
                    <a:pt x="92663" y="2400300"/>
                  </a:lnTo>
                  <a:lnTo>
                    <a:pt x="107473" y="2438400"/>
                  </a:lnTo>
                  <a:lnTo>
                    <a:pt x="127693" y="2489200"/>
                  </a:lnTo>
                  <a:lnTo>
                    <a:pt x="149283" y="2540000"/>
                  </a:lnTo>
                  <a:lnTo>
                    <a:pt x="172241" y="2590800"/>
                  </a:lnTo>
                  <a:lnTo>
                    <a:pt x="196569" y="2628900"/>
                  </a:lnTo>
                  <a:lnTo>
                    <a:pt x="222266" y="2679700"/>
                  </a:lnTo>
                  <a:lnTo>
                    <a:pt x="249333" y="2717800"/>
                  </a:lnTo>
                  <a:lnTo>
                    <a:pt x="277768" y="2768600"/>
                  </a:lnTo>
                  <a:lnTo>
                    <a:pt x="307573" y="2806700"/>
                  </a:lnTo>
                  <a:lnTo>
                    <a:pt x="338747" y="2844800"/>
                  </a:lnTo>
                  <a:lnTo>
                    <a:pt x="371290" y="2882900"/>
                  </a:lnTo>
                  <a:lnTo>
                    <a:pt x="405202" y="2921000"/>
                  </a:lnTo>
                  <a:lnTo>
                    <a:pt x="440311" y="2959100"/>
                  </a:lnTo>
                  <a:lnTo>
                    <a:pt x="476479" y="2984500"/>
                  </a:lnTo>
                  <a:lnTo>
                    <a:pt x="513706" y="3022600"/>
                  </a:lnTo>
                  <a:lnTo>
                    <a:pt x="551991" y="3048000"/>
                  </a:lnTo>
                  <a:lnTo>
                    <a:pt x="591335" y="3086100"/>
                  </a:lnTo>
                  <a:lnTo>
                    <a:pt x="631737" y="3111500"/>
                  </a:lnTo>
                  <a:lnTo>
                    <a:pt x="673196" y="3136900"/>
                  </a:lnTo>
                  <a:lnTo>
                    <a:pt x="715713" y="3162300"/>
                  </a:lnTo>
                  <a:lnTo>
                    <a:pt x="759287" y="3187700"/>
                  </a:lnTo>
                  <a:lnTo>
                    <a:pt x="803919" y="3213100"/>
                  </a:lnTo>
                  <a:lnTo>
                    <a:pt x="849607" y="3225800"/>
                  </a:lnTo>
                  <a:lnTo>
                    <a:pt x="943272" y="3276600"/>
                  </a:lnTo>
                  <a:lnTo>
                    <a:pt x="991042" y="3289300"/>
                  </a:lnTo>
                  <a:lnTo>
                    <a:pt x="1039436" y="3314700"/>
                  </a:lnTo>
                  <a:lnTo>
                    <a:pt x="1188364" y="3352800"/>
                  </a:lnTo>
                  <a:lnTo>
                    <a:pt x="1239255" y="3378200"/>
                  </a:lnTo>
                  <a:lnTo>
                    <a:pt x="1395674" y="3416300"/>
                  </a:lnTo>
                  <a:lnTo>
                    <a:pt x="3861735" y="3416300"/>
                  </a:lnTo>
                  <a:lnTo>
                    <a:pt x="4018257" y="3378200"/>
                  </a:lnTo>
                  <a:lnTo>
                    <a:pt x="4069229" y="3352800"/>
                  </a:lnTo>
                  <a:lnTo>
                    <a:pt x="4218545" y="3314700"/>
                  </a:lnTo>
                  <a:lnTo>
                    <a:pt x="4267119" y="3289300"/>
                  </a:lnTo>
                  <a:lnTo>
                    <a:pt x="4315093" y="3276600"/>
                  </a:lnTo>
                  <a:lnTo>
                    <a:pt x="4409247" y="3225800"/>
                  </a:lnTo>
                  <a:lnTo>
                    <a:pt x="4455166" y="3213100"/>
                  </a:lnTo>
                  <a:lnTo>
                    <a:pt x="4499980" y="3187700"/>
                  </a:lnTo>
                  <a:lnTo>
                    <a:pt x="4543691" y="3162300"/>
                  </a:lnTo>
                  <a:lnTo>
                    <a:pt x="4586297" y="3136900"/>
                  </a:lnTo>
                  <a:lnTo>
                    <a:pt x="4627800" y="3111500"/>
                  </a:lnTo>
                  <a:lnTo>
                    <a:pt x="4668200" y="3086100"/>
                  </a:lnTo>
                  <a:lnTo>
                    <a:pt x="4707496" y="3048000"/>
                  </a:lnTo>
                  <a:lnTo>
                    <a:pt x="4745689" y="3022600"/>
                  </a:lnTo>
                  <a:lnTo>
                    <a:pt x="4782780" y="2984500"/>
                  </a:lnTo>
                  <a:lnTo>
                    <a:pt x="4818768" y="2959100"/>
                  </a:lnTo>
                  <a:lnTo>
                    <a:pt x="4853653" y="2921000"/>
                  </a:lnTo>
                  <a:lnTo>
                    <a:pt x="4887319" y="2882900"/>
                  </a:lnTo>
                  <a:lnTo>
                    <a:pt x="4919665" y="2844800"/>
                  </a:lnTo>
                  <a:lnTo>
                    <a:pt x="4950692" y="2806700"/>
                  </a:lnTo>
                  <a:lnTo>
                    <a:pt x="4980398" y="2768600"/>
                  </a:lnTo>
                  <a:lnTo>
                    <a:pt x="5008785" y="2717800"/>
                  </a:lnTo>
                  <a:lnTo>
                    <a:pt x="5035852" y="2679700"/>
                  </a:lnTo>
                  <a:lnTo>
                    <a:pt x="5061599" y="2628900"/>
                  </a:lnTo>
                  <a:lnTo>
                    <a:pt x="5086026" y="2590800"/>
                  </a:lnTo>
                  <a:lnTo>
                    <a:pt x="5091802" y="2578100"/>
                  </a:lnTo>
                  <a:lnTo>
                    <a:pt x="2530519" y="2578100"/>
                  </a:lnTo>
                  <a:lnTo>
                    <a:pt x="2481257" y="2565400"/>
                  </a:lnTo>
                  <a:lnTo>
                    <a:pt x="2283040" y="2565400"/>
                  </a:lnTo>
                  <a:lnTo>
                    <a:pt x="2233482" y="2552700"/>
                  </a:lnTo>
                  <a:lnTo>
                    <a:pt x="2184398" y="2552700"/>
                  </a:lnTo>
                  <a:lnTo>
                    <a:pt x="2135787" y="2540000"/>
                  </a:lnTo>
                  <a:lnTo>
                    <a:pt x="2087652" y="2540000"/>
                  </a:lnTo>
                  <a:lnTo>
                    <a:pt x="2039993" y="2527300"/>
                  </a:lnTo>
                  <a:lnTo>
                    <a:pt x="1992811" y="2527300"/>
                  </a:lnTo>
                  <a:lnTo>
                    <a:pt x="1946108" y="2514600"/>
                  </a:lnTo>
                  <a:lnTo>
                    <a:pt x="1788884" y="2476500"/>
                  </a:lnTo>
                  <a:lnTo>
                    <a:pt x="1738903" y="2463800"/>
                  </a:lnTo>
                  <a:lnTo>
                    <a:pt x="1690132" y="2438400"/>
                  </a:lnTo>
                  <a:lnTo>
                    <a:pt x="1642567" y="2425700"/>
                  </a:lnTo>
                  <a:lnTo>
                    <a:pt x="1596608" y="2400300"/>
                  </a:lnTo>
                  <a:lnTo>
                    <a:pt x="1552674" y="2387600"/>
                  </a:lnTo>
                  <a:lnTo>
                    <a:pt x="1510761" y="2362200"/>
                  </a:lnTo>
                  <a:lnTo>
                    <a:pt x="1470866" y="2336800"/>
                  </a:lnTo>
                  <a:lnTo>
                    <a:pt x="1432987" y="2311400"/>
                  </a:lnTo>
                  <a:lnTo>
                    <a:pt x="1397119" y="2273300"/>
                  </a:lnTo>
                  <a:lnTo>
                    <a:pt x="1363440" y="2247900"/>
                  </a:lnTo>
                  <a:lnTo>
                    <a:pt x="1332097" y="2209800"/>
                  </a:lnTo>
                  <a:lnTo>
                    <a:pt x="1303091" y="2171700"/>
                  </a:lnTo>
                  <a:lnTo>
                    <a:pt x="1276423" y="2133600"/>
                  </a:lnTo>
                  <a:lnTo>
                    <a:pt x="1252096" y="2095500"/>
                  </a:lnTo>
                  <a:lnTo>
                    <a:pt x="1230109" y="2057400"/>
                  </a:lnTo>
                  <a:lnTo>
                    <a:pt x="1210861" y="2006600"/>
                  </a:lnTo>
                  <a:lnTo>
                    <a:pt x="1194763" y="1968500"/>
                  </a:lnTo>
                  <a:lnTo>
                    <a:pt x="1181813" y="1917700"/>
                  </a:lnTo>
                  <a:lnTo>
                    <a:pt x="1172012" y="1866900"/>
                  </a:lnTo>
                  <a:lnTo>
                    <a:pt x="1165361" y="1803400"/>
                  </a:lnTo>
                  <a:lnTo>
                    <a:pt x="1161859" y="1752600"/>
                  </a:lnTo>
                  <a:lnTo>
                    <a:pt x="1164426" y="1701800"/>
                  </a:lnTo>
                  <a:lnTo>
                    <a:pt x="1170230" y="1638300"/>
                  </a:lnTo>
                  <a:lnTo>
                    <a:pt x="1179267" y="1587500"/>
                  </a:lnTo>
                  <a:lnTo>
                    <a:pt x="1191537" y="1536700"/>
                  </a:lnTo>
                  <a:lnTo>
                    <a:pt x="1207036" y="1498600"/>
                  </a:lnTo>
                  <a:lnTo>
                    <a:pt x="1225763" y="1447800"/>
                  </a:lnTo>
                  <a:lnTo>
                    <a:pt x="1247338" y="1409700"/>
                  </a:lnTo>
                  <a:lnTo>
                    <a:pt x="1271415" y="1371600"/>
                  </a:lnTo>
                  <a:lnTo>
                    <a:pt x="1297997" y="1333500"/>
                  </a:lnTo>
                  <a:lnTo>
                    <a:pt x="1327084" y="1295400"/>
                  </a:lnTo>
                  <a:lnTo>
                    <a:pt x="1358679" y="1270000"/>
                  </a:lnTo>
                  <a:lnTo>
                    <a:pt x="1392784" y="1231900"/>
                  </a:lnTo>
                  <a:lnTo>
                    <a:pt x="1429123" y="1206500"/>
                  </a:lnTo>
                  <a:lnTo>
                    <a:pt x="1467481" y="1181100"/>
                  </a:lnTo>
                  <a:lnTo>
                    <a:pt x="1507859" y="1155700"/>
                  </a:lnTo>
                  <a:lnTo>
                    <a:pt x="1550259" y="1130300"/>
                  </a:lnTo>
                  <a:lnTo>
                    <a:pt x="1594679" y="1104900"/>
                  </a:lnTo>
                  <a:lnTo>
                    <a:pt x="1641122" y="1079500"/>
                  </a:lnTo>
                  <a:lnTo>
                    <a:pt x="1689079" y="1066800"/>
                  </a:lnTo>
                  <a:lnTo>
                    <a:pt x="1738093" y="1041400"/>
                  </a:lnTo>
                  <a:lnTo>
                    <a:pt x="1944663" y="990600"/>
                  </a:lnTo>
                  <a:lnTo>
                    <a:pt x="1991021" y="977900"/>
                  </a:lnTo>
                  <a:lnTo>
                    <a:pt x="2037966" y="977900"/>
                  </a:lnTo>
                  <a:lnTo>
                    <a:pt x="2133631" y="952500"/>
                  </a:lnTo>
                  <a:lnTo>
                    <a:pt x="2182355" y="952500"/>
                  </a:lnTo>
                  <a:lnTo>
                    <a:pt x="2231675" y="939800"/>
                  </a:lnTo>
                  <a:lnTo>
                    <a:pt x="2381648" y="939800"/>
                  </a:lnTo>
                  <a:lnTo>
                    <a:pt x="2431408" y="927100"/>
                  </a:lnTo>
                  <a:lnTo>
                    <a:pt x="5097579" y="927100"/>
                  </a:lnTo>
                  <a:lnTo>
                    <a:pt x="5086026" y="901700"/>
                  </a:lnTo>
                  <a:lnTo>
                    <a:pt x="5061599" y="850900"/>
                  </a:lnTo>
                  <a:lnTo>
                    <a:pt x="5035852" y="812800"/>
                  </a:lnTo>
                  <a:lnTo>
                    <a:pt x="5008785" y="762000"/>
                  </a:lnTo>
                  <a:lnTo>
                    <a:pt x="4980398" y="723900"/>
                  </a:lnTo>
                  <a:lnTo>
                    <a:pt x="4950692" y="673100"/>
                  </a:lnTo>
                  <a:lnTo>
                    <a:pt x="4919665" y="635000"/>
                  </a:lnTo>
                  <a:lnTo>
                    <a:pt x="4887319" y="596900"/>
                  </a:lnTo>
                  <a:lnTo>
                    <a:pt x="4853653" y="558800"/>
                  </a:lnTo>
                  <a:lnTo>
                    <a:pt x="4818768" y="533400"/>
                  </a:lnTo>
                  <a:lnTo>
                    <a:pt x="4782780" y="495300"/>
                  </a:lnTo>
                  <a:lnTo>
                    <a:pt x="4745689" y="469900"/>
                  </a:lnTo>
                  <a:lnTo>
                    <a:pt x="4707496" y="431800"/>
                  </a:lnTo>
                  <a:lnTo>
                    <a:pt x="4668200" y="406400"/>
                  </a:lnTo>
                  <a:lnTo>
                    <a:pt x="4627800" y="381000"/>
                  </a:lnTo>
                  <a:lnTo>
                    <a:pt x="4586297" y="342900"/>
                  </a:lnTo>
                  <a:lnTo>
                    <a:pt x="4543691" y="317500"/>
                  </a:lnTo>
                  <a:lnTo>
                    <a:pt x="4499980" y="304800"/>
                  </a:lnTo>
                  <a:lnTo>
                    <a:pt x="4455166" y="279400"/>
                  </a:lnTo>
                  <a:lnTo>
                    <a:pt x="4409247" y="254000"/>
                  </a:lnTo>
                  <a:lnTo>
                    <a:pt x="4362469" y="241300"/>
                  </a:lnTo>
                  <a:lnTo>
                    <a:pt x="4315093" y="215900"/>
                  </a:lnTo>
                  <a:lnTo>
                    <a:pt x="4267119" y="203200"/>
                  </a:lnTo>
                  <a:lnTo>
                    <a:pt x="4218545" y="177800"/>
                  </a:lnTo>
                  <a:lnTo>
                    <a:pt x="4069229" y="139700"/>
                  </a:lnTo>
                  <a:lnTo>
                    <a:pt x="4018257" y="114300"/>
                  </a:lnTo>
                  <a:lnTo>
                    <a:pt x="3966684" y="101600"/>
                  </a:lnTo>
                  <a:close/>
                </a:path>
                <a:path extrusionOk="0" h="3492500" w="5257800">
                  <a:moveTo>
                    <a:pt x="5097579" y="927100"/>
                  </a:moveTo>
                  <a:lnTo>
                    <a:pt x="2825969" y="927100"/>
                  </a:lnTo>
                  <a:lnTo>
                    <a:pt x="2875736" y="939800"/>
                  </a:lnTo>
                  <a:lnTo>
                    <a:pt x="2975815" y="939800"/>
                  </a:lnTo>
                  <a:lnTo>
                    <a:pt x="3025746" y="952500"/>
                  </a:lnTo>
                  <a:lnTo>
                    <a:pt x="3124015" y="952500"/>
                  </a:lnTo>
                  <a:lnTo>
                    <a:pt x="3220162" y="977900"/>
                  </a:lnTo>
                  <a:lnTo>
                    <a:pt x="3267441" y="977900"/>
                  </a:lnTo>
                  <a:lnTo>
                    <a:pt x="3314192" y="990600"/>
                  </a:lnTo>
                  <a:lnTo>
                    <a:pt x="3367845" y="1003300"/>
                  </a:lnTo>
                  <a:lnTo>
                    <a:pt x="3522032" y="1041400"/>
                  </a:lnTo>
                  <a:lnTo>
                    <a:pt x="3571169" y="1066800"/>
                  </a:lnTo>
                  <a:lnTo>
                    <a:pt x="3619177" y="1079500"/>
                  </a:lnTo>
                  <a:lnTo>
                    <a:pt x="3665562" y="1104900"/>
                  </a:lnTo>
                  <a:lnTo>
                    <a:pt x="3709857" y="1130300"/>
                  </a:lnTo>
                  <a:lnTo>
                    <a:pt x="3752059" y="1155700"/>
                  </a:lnTo>
                  <a:lnTo>
                    <a:pt x="3792165" y="1181100"/>
                  </a:lnTo>
                  <a:lnTo>
                    <a:pt x="3830170" y="1206500"/>
                  </a:lnTo>
                  <a:lnTo>
                    <a:pt x="3866070" y="1231900"/>
                  </a:lnTo>
                  <a:lnTo>
                    <a:pt x="3906217" y="1270000"/>
                  </a:lnTo>
                  <a:lnTo>
                    <a:pt x="3942990" y="1308100"/>
                  </a:lnTo>
                  <a:lnTo>
                    <a:pt x="3976391" y="1358900"/>
                  </a:lnTo>
                  <a:lnTo>
                    <a:pt x="4006424" y="1397000"/>
                  </a:lnTo>
                  <a:lnTo>
                    <a:pt x="4033091" y="1447800"/>
                  </a:lnTo>
                  <a:lnTo>
                    <a:pt x="4052177" y="1498600"/>
                  </a:lnTo>
                  <a:lnTo>
                    <a:pt x="4067792" y="1536700"/>
                  </a:lnTo>
                  <a:lnTo>
                    <a:pt x="4079937" y="1587500"/>
                  </a:lnTo>
                  <a:lnTo>
                    <a:pt x="4088611" y="1638300"/>
                  </a:lnTo>
                  <a:lnTo>
                    <a:pt x="4093815" y="1701800"/>
                  </a:lnTo>
                  <a:lnTo>
                    <a:pt x="4095550" y="1752600"/>
                  </a:lnTo>
                  <a:lnTo>
                    <a:pt x="4092688" y="1803400"/>
                  </a:lnTo>
                  <a:lnTo>
                    <a:pt x="4086711" y="1866900"/>
                  </a:lnTo>
                  <a:lnTo>
                    <a:pt x="4077619" y="1917700"/>
                  </a:lnTo>
                  <a:lnTo>
                    <a:pt x="4065411" y="1968500"/>
                  </a:lnTo>
                  <a:lnTo>
                    <a:pt x="4050085" y="2019300"/>
                  </a:lnTo>
                  <a:lnTo>
                    <a:pt x="4031641" y="2057400"/>
                  </a:lnTo>
                  <a:lnTo>
                    <a:pt x="4010077" y="2095500"/>
                  </a:lnTo>
                  <a:lnTo>
                    <a:pt x="3985392" y="2146300"/>
                  </a:lnTo>
                  <a:lnTo>
                    <a:pt x="3957586" y="2171700"/>
                  </a:lnTo>
                  <a:lnTo>
                    <a:pt x="3923335" y="2222500"/>
                  </a:lnTo>
                  <a:lnTo>
                    <a:pt x="3886683" y="2247900"/>
                  </a:lnTo>
                  <a:lnTo>
                    <a:pt x="3847627" y="2286000"/>
                  </a:lnTo>
                  <a:lnTo>
                    <a:pt x="3806169" y="2324100"/>
                  </a:lnTo>
                  <a:lnTo>
                    <a:pt x="3762306" y="2349500"/>
                  </a:lnTo>
                  <a:lnTo>
                    <a:pt x="3716039" y="2374900"/>
                  </a:lnTo>
                  <a:lnTo>
                    <a:pt x="3667366" y="2400300"/>
                  </a:lnTo>
                  <a:lnTo>
                    <a:pt x="3616287" y="2425700"/>
                  </a:lnTo>
                  <a:lnTo>
                    <a:pt x="3573952" y="2438400"/>
                  </a:lnTo>
                  <a:lnTo>
                    <a:pt x="3530598" y="2463800"/>
                  </a:lnTo>
                  <a:lnTo>
                    <a:pt x="3486226" y="2476500"/>
                  </a:lnTo>
                  <a:lnTo>
                    <a:pt x="3347009" y="2514600"/>
                  </a:lnTo>
                  <a:lnTo>
                    <a:pt x="3298572" y="2514600"/>
                  </a:lnTo>
                  <a:lnTo>
                    <a:pt x="3198652" y="2540000"/>
                  </a:lnTo>
                  <a:lnTo>
                    <a:pt x="3147171" y="2540000"/>
                  </a:lnTo>
                  <a:lnTo>
                    <a:pt x="3095191" y="2552700"/>
                  </a:lnTo>
                  <a:lnTo>
                    <a:pt x="2991319" y="2552700"/>
                  </a:lnTo>
                  <a:lnTo>
                    <a:pt x="2939427" y="2565400"/>
                  </a:lnTo>
                  <a:lnTo>
                    <a:pt x="2783930" y="2565400"/>
                  </a:lnTo>
                  <a:lnTo>
                    <a:pt x="2732158" y="2578100"/>
                  </a:lnTo>
                  <a:lnTo>
                    <a:pt x="5091802" y="2578100"/>
                  </a:lnTo>
                  <a:lnTo>
                    <a:pt x="5109132" y="2540000"/>
                  </a:lnTo>
                  <a:lnTo>
                    <a:pt x="5130917" y="2489200"/>
                  </a:lnTo>
                  <a:lnTo>
                    <a:pt x="5151382" y="2438400"/>
                  </a:lnTo>
                  <a:lnTo>
                    <a:pt x="5166372" y="2400300"/>
                  </a:lnTo>
                  <a:lnTo>
                    <a:pt x="5180220" y="2349500"/>
                  </a:lnTo>
                  <a:lnTo>
                    <a:pt x="5192926" y="2311400"/>
                  </a:lnTo>
                  <a:lnTo>
                    <a:pt x="5204492" y="2260600"/>
                  </a:lnTo>
                  <a:lnTo>
                    <a:pt x="5214916" y="2222500"/>
                  </a:lnTo>
                  <a:lnTo>
                    <a:pt x="5224199" y="2171700"/>
                  </a:lnTo>
                  <a:lnTo>
                    <a:pt x="5232341" y="2120900"/>
                  </a:lnTo>
                  <a:lnTo>
                    <a:pt x="5239343" y="2070100"/>
                  </a:lnTo>
                  <a:lnTo>
                    <a:pt x="5245205" y="2019300"/>
                  </a:lnTo>
                  <a:lnTo>
                    <a:pt x="5249926" y="1968500"/>
                  </a:lnTo>
                  <a:lnTo>
                    <a:pt x="5253507" y="1917700"/>
                  </a:lnTo>
                  <a:lnTo>
                    <a:pt x="5255948" y="1866900"/>
                  </a:lnTo>
                  <a:lnTo>
                    <a:pt x="5257249" y="1803400"/>
                  </a:lnTo>
                  <a:lnTo>
                    <a:pt x="5257410" y="1752600"/>
                  </a:lnTo>
                  <a:lnTo>
                    <a:pt x="5257281" y="1701800"/>
                  </a:lnTo>
                  <a:lnTo>
                    <a:pt x="5257249" y="1689100"/>
                  </a:lnTo>
                  <a:lnTo>
                    <a:pt x="5255948" y="1638300"/>
                  </a:lnTo>
                  <a:lnTo>
                    <a:pt x="5253507" y="1587500"/>
                  </a:lnTo>
                  <a:lnTo>
                    <a:pt x="5249926" y="1524000"/>
                  </a:lnTo>
                  <a:lnTo>
                    <a:pt x="5245205" y="1473200"/>
                  </a:lnTo>
                  <a:lnTo>
                    <a:pt x="5239343" y="1422400"/>
                  </a:lnTo>
                  <a:lnTo>
                    <a:pt x="5232341" y="1371600"/>
                  </a:lnTo>
                  <a:lnTo>
                    <a:pt x="5224199" y="1320800"/>
                  </a:lnTo>
                  <a:lnTo>
                    <a:pt x="5214916" y="1270000"/>
                  </a:lnTo>
                  <a:lnTo>
                    <a:pt x="5204492" y="1231900"/>
                  </a:lnTo>
                  <a:lnTo>
                    <a:pt x="5192926" y="1181100"/>
                  </a:lnTo>
                  <a:lnTo>
                    <a:pt x="5180220" y="1143000"/>
                  </a:lnTo>
                  <a:lnTo>
                    <a:pt x="5166372" y="1092200"/>
                  </a:lnTo>
                  <a:lnTo>
                    <a:pt x="5151382" y="1054100"/>
                  </a:lnTo>
                  <a:lnTo>
                    <a:pt x="5130917" y="1003300"/>
                  </a:lnTo>
                  <a:lnTo>
                    <a:pt x="5109132" y="952500"/>
                  </a:lnTo>
                  <a:lnTo>
                    <a:pt x="5097579" y="927100"/>
                  </a:lnTo>
                  <a:close/>
                </a:path>
                <a:path extrusionOk="0" h="3492500" w="5257800">
                  <a:moveTo>
                    <a:pt x="3763779" y="63500"/>
                  </a:moveTo>
                  <a:lnTo>
                    <a:pt x="1493668" y="63500"/>
                  </a:lnTo>
                  <a:lnTo>
                    <a:pt x="1395674" y="88900"/>
                  </a:lnTo>
                  <a:lnTo>
                    <a:pt x="1342910" y="101600"/>
                  </a:lnTo>
                  <a:lnTo>
                    <a:pt x="3914510" y="101600"/>
                  </a:lnTo>
                  <a:lnTo>
                    <a:pt x="3861735" y="88900"/>
                  </a:lnTo>
                  <a:lnTo>
                    <a:pt x="3763779" y="63500"/>
                  </a:lnTo>
                  <a:close/>
                </a:path>
                <a:path extrusionOk="0" h="3492500" w="5257800">
                  <a:moveTo>
                    <a:pt x="3614427" y="38100"/>
                  </a:moveTo>
                  <a:lnTo>
                    <a:pt x="1643224" y="38100"/>
                  </a:lnTo>
                  <a:lnTo>
                    <a:pt x="1543178" y="63500"/>
                  </a:lnTo>
                  <a:lnTo>
                    <a:pt x="3714318" y="63500"/>
                  </a:lnTo>
                  <a:lnTo>
                    <a:pt x="3614427" y="38100"/>
                  </a:lnTo>
                  <a:close/>
                </a:path>
                <a:path extrusionOk="0" h="3492500" w="5257800">
                  <a:moveTo>
                    <a:pt x="3513247" y="25400"/>
                  </a:moveTo>
                  <a:lnTo>
                    <a:pt x="1744641" y="25400"/>
                  </a:lnTo>
                  <a:lnTo>
                    <a:pt x="1693761" y="38100"/>
                  </a:lnTo>
                  <a:lnTo>
                    <a:pt x="3563998" y="38100"/>
                  </a:lnTo>
                  <a:lnTo>
                    <a:pt x="3513247" y="25400"/>
                  </a:lnTo>
                  <a:close/>
                </a:path>
                <a:path extrusionOk="0" h="3492500" w="5257800">
                  <a:moveTo>
                    <a:pt x="3359059" y="12700"/>
                  </a:moveTo>
                  <a:lnTo>
                    <a:pt x="1899344" y="12700"/>
                  </a:lnTo>
                  <a:lnTo>
                    <a:pt x="1847432" y="25400"/>
                  </a:lnTo>
                  <a:lnTo>
                    <a:pt x="3410777" y="25400"/>
                  </a:lnTo>
                  <a:lnTo>
                    <a:pt x="3359059" y="12700"/>
                  </a:lnTo>
                  <a:close/>
                </a:path>
                <a:path extrusionOk="0" h="3492500" w="5257800">
                  <a:moveTo>
                    <a:pt x="3097333" y="0"/>
                  </a:moveTo>
                  <a:lnTo>
                    <a:pt x="2161944" y="0"/>
                  </a:lnTo>
                  <a:lnTo>
                    <a:pt x="2109482" y="12700"/>
                  </a:lnTo>
                  <a:lnTo>
                    <a:pt x="3149710" y="12700"/>
                  </a:lnTo>
                  <a:lnTo>
                    <a:pt x="309733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5" name="Google Shape;75;p2"/>
            <p:cNvSpPr/>
            <p:nvPr/>
          </p:nvSpPr>
          <p:spPr>
            <a:xfrm>
              <a:off x="12863716" y="4017714"/>
              <a:ext cx="7240905" cy="3416300"/>
            </a:xfrm>
            <a:custGeom>
              <a:rect b="b" l="l" r="r" t="t"/>
              <a:pathLst>
                <a:path extrusionOk="0" h="3416300" w="7240905">
                  <a:moveTo>
                    <a:pt x="4583519" y="2468943"/>
                  </a:moveTo>
                  <a:lnTo>
                    <a:pt x="4582350" y="2420899"/>
                  </a:lnTo>
                  <a:lnTo>
                    <a:pt x="4578832" y="2373592"/>
                  </a:lnTo>
                  <a:lnTo>
                    <a:pt x="4572978" y="2326995"/>
                  </a:lnTo>
                  <a:lnTo>
                    <a:pt x="4564786" y="2281123"/>
                  </a:lnTo>
                  <a:lnTo>
                    <a:pt x="4554258" y="2235962"/>
                  </a:lnTo>
                  <a:lnTo>
                    <a:pt x="4541393" y="2191524"/>
                  </a:lnTo>
                  <a:lnTo>
                    <a:pt x="4523270" y="2139492"/>
                  </a:lnTo>
                  <a:lnTo>
                    <a:pt x="4511853" y="2111654"/>
                  </a:lnTo>
                  <a:lnTo>
                    <a:pt x="4502594" y="2089073"/>
                  </a:lnTo>
                  <a:lnTo>
                    <a:pt x="4479353" y="2040280"/>
                  </a:lnTo>
                  <a:lnTo>
                    <a:pt x="4453560" y="1993099"/>
                  </a:lnTo>
                  <a:lnTo>
                    <a:pt x="4425213" y="1947545"/>
                  </a:lnTo>
                  <a:lnTo>
                    <a:pt x="4394428" y="1903818"/>
                  </a:lnTo>
                  <a:lnTo>
                    <a:pt x="4361319" y="1862048"/>
                  </a:lnTo>
                  <a:lnTo>
                    <a:pt x="4325874" y="1822246"/>
                  </a:lnTo>
                  <a:lnTo>
                    <a:pt x="4288117" y="1784426"/>
                  </a:lnTo>
                  <a:lnTo>
                    <a:pt x="4248048" y="1748574"/>
                  </a:lnTo>
                  <a:lnTo>
                    <a:pt x="4205922" y="1714995"/>
                  </a:lnTo>
                  <a:lnTo>
                    <a:pt x="4162056" y="1683981"/>
                  </a:lnTo>
                  <a:lnTo>
                    <a:pt x="4116451" y="1655521"/>
                  </a:lnTo>
                  <a:lnTo>
                    <a:pt x="4069105" y="1629613"/>
                  </a:lnTo>
                  <a:lnTo>
                    <a:pt x="4020045" y="1606257"/>
                  </a:lnTo>
                  <a:lnTo>
                    <a:pt x="4051516" y="1574482"/>
                  </a:lnTo>
                  <a:lnTo>
                    <a:pt x="4082097" y="1540167"/>
                  </a:lnTo>
                  <a:lnTo>
                    <a:pt x="4111790" y="1503324"/>
                  </a:lnTo>
                  <a:lnTo>
                    <a:pt x="4140555" y="1463916"/>
                  </a:lnTo>
                  <a:lnTo>
                    <a:pt x="4167975" y="1422641"/>
                  </a:lnTo>
                  <a:lnTo>
                    <a:pt x="4193565" y="1380070"/>
                  </a:lnTo>
                  <a:lnTo>
                    <a:pt x="4217352" y="1336217"/>
                  </a:lnTo>
                  <a:lnTo>
                    <a:pt x="4228719" y="1312862"/>
                  </a:lnTo>
                  <a:lnTo>
                    <a:pt x="4239336" y="1291094"/>
                  </a:lnTo>
                  <a:lnTo>
                    <a:pt x="4259288" y="1245069"/>
                  </a:lnTo>
                  <a:lnTo>
                    <a:pt x="4277068" y="1198511"/>
                  </a:lnTo>
                  <a:lnTo>
                    <a:pt x="4292689" y="1151394"/>
                  </a:lnTo>
                  <a:lnTo>
                    <a:pt x="4306138" y="1103757"/>
                  </a:lnTo>
                  <a:lnTo>
                    <a:pt x="4316920" y="1055827"/>
                  </a:lnTo>
                  <a:lnTo>
                    <a:pt x="4324629" y="1007897"/>
                  </a:lnTo>
                  <a:lnTo>
                    <a:pt x="4329265" y="959967"/>
                  </a:lnTo>
                  <a:lnTo>
                    <a:pt x="4330814" y="912037"/>
                  </a:lnTo>
                  <a:lnTo>
                    <a:pt x="4329366" y="858596"/>
                  </a:lnTo>
                  <a:lnTo>
                    <a:pt x="4325112" y="807478"/>
                  </a:lnTo>
                  <a:lnTo>
                    <a:pt x="4325010" y="806170"/>
                  </a:lnTo>
                  <a:lnTo>
                    <a:pt x="4317746" y="754748"/>
                  </a:lnTo>
                  <a:lnTo>
                    <a:pt x="4307586" y="704329"/>
                  </a:lnTo>
                  <a:lnTo>
                    <a:pt x="4294517" y="654926"/>
                  </a:lnTo>
                  <a:lnTo>
                    <a:pt x="4278541" y="606526"/>
                  </a:lnTo>
                  <a:lnTo>
                    <a:pt x="4259669" y="559142"/>
                  </a:lnTo>
                  <a:lnTo>
                    <a:pt x="4238282" y="513118"/>
                  </a:lnTo>
                  <a:lnTo>
                    <a:pt x="4214838" y="468807"/>
                  </a:lnTo>
                  <a:lnTo>
                    <a:pt x="4189311" y="426212"/>
                  </a:lnTo>
                  <a:lnTo>
                    <a:pt x="4161726" y="385330"/>
                  </a:lnTo>
                  <a:lnTo>
                    <a:pt x="4132059" y="346163"/>
                  </a:lnTo>
                  <a:lnTo>
                    <a:pt x="4100322" y="308724"/>
                  </a:lnTo>
                  <a:lnTo>
                    <a:pt x="4066502" y="273011"/>
                  </a:lnTo>
                  <a:lnTo>
                    <a:pt x="4030789" y="239204"/>
                  </a:lnTo>
                  <a:lnTo>
                    <a:pt x="3993350" y="207454"/>
                  </a:lnTo>
                  <a:lnTo>
                    <a:pt x="3954195" y="177800"/>
                  </a:lnTo>
                  <a:lnTo>
                    <a:pt x="3913314" y="150202"/>
                  </a:lnTo>
                  <a:lnTo>
                    <a:pt x="3870731" y="124688"/>
                  </a:lnTo>
                  <a:lnTo>
                    <a:pt x="3826421" y="101244"/>
                  </a:lnTo>
                  <a:lnTo>
                    <a:pt x="3780409" y="79870"/>
                  </a:lnTo>
                  <a:lnTo>
                    <a:pt x="3733000" y="60998"/>
                  </a:lnTo>
                  <a:lnTo>
                    <a:pt x="3684600" y="45021"/>
                  </a:lnTo>
                  <a:lnTo>
                    <a:pt x="3635184" y="31953"/>
                  </a:lnTo>
                  <a:lnTo>
                    <a:pt x="3584765" y="21780"/>
                  </a:lnTo>
                  <a:lnTo>
                    <a:pt x="3533343" y="14516"/>
                  </a:lnTo>
                  <a:lnTo>
                    <a:pt x="3480917" y="10147"/>
                  </a:lnTo>
                  <a:lnTo>
                    <a:pt x="3427488" y="8699"/>
                  </a:lnTo>
                  <a:lnTo>
                    <a:pt x="3427488" y="2364359"/>
                  </a:lnTo>
                  <a:lnTo>
                    <a:pt x="3422853" y="2414740"/>
                  </a:lnTo>
                  <a:lnTo>
                    <a:pt x="3408972" y="2461310"/>
                  </a:lnTo>
                  <a:lnTo>
                    <a:pt x="3385820" y="2504059"/>
                  </a:lnTo>
                  <a:lnTo>
                    <a:pt x="3353409" y="2543010"/>
                  </a:lnTo>
                  <a:lnTo>
                    <a:pt x="3314471" y="2575407"/>
                  </a:lnTo>
                  <a:lnTo>
                    <a:pt x="3271723" y="2598559"/>
                  </a:lnTo>
                  <a:lnTo>
                    <a:pt x="3225152" y="2612440"/>
                  </a:lnTo>
                  <a:lnTo>
                    <a:pt x="3174771" y="2617063"/>
                  </a:lnTo>
                  <a:lnTo>
                    <a:pt x="1158951" y="2617063"/>
                  </a:lnTo>
                  <a:lnTo>
                    <a:pt x="1158951" y="2111654"/>
                  </a:lnTo>
                  <a:lnTo>
                    <a:pt x="3174771" y="2111654"/>
                  </a:lnTo>
                  <a:lnTo>
                    <a:pt x="3225152" y="2116277"/>
                  </a:lnTo>
                  <a:lnTo>
                    <a:pt x="3271723" y="2130171"/>
                  </a:lnTo>
                  <a:lnTo>
                    <a:pt x="3314471" y="2153323"/>
                  </a:lnTo>
                  <a:lnTo>
                    <a:pt x="3353409" y="2185746"/>
                  </a:lnTo>
                  <a:lnTo>
                    <a:pt x="3385820" y="2224671"/>
                  </a:lnTo>
                  <a:lnTo>
                    <a:pt x="3408972" y="2267420"/>
                  </a:lnTo>
                  <a:lnTo>
                    <a:pt x="3422853" y="2313990"/>
                  </a:lnTo>
                  <a:lnTo>
                    <a:pt x="3427488" y="2364359"/>
                  </a:lnTo>
                  <a:lnTo>
                    <a:pt x="3427488" y="8699"/>
                  </a:lnTo>
                  <a:lnTo>
                    <a:pt x="3267722" y="8699"/>
                  </a:lnTo>
                  <a:lnTo>
                    <a:pt x="3267722" y="1060183"/>
                  </a:lnTo>
                  <a:lnTo>
                    <a:pt x="3263087" y="1110551"/>
                  </a:lnTo>
                  <a:lnTo>
                    <a:pt x="3249206" y="1157109"/>
                  </a:lnTo>
                  <a:lnTo>
                    <a:pt x="3226066" y="1199870"/>
                  </a:lnTo>
                  <a:lnTo>
                    <a:pt x="3193656" y="1238808"/>
                  </a:lnTo>
                  <a:lnTo>
                    <a:pt x="3154718" y="1271206"/>
                  </a:lnTo>
                  <a:lnTo>
                    <a:pt x="3111970" y="1294358"/>
                  </a:lnTo>
                  <a:lnTo>
                    <a:pt x="3065399" y="1308239"/>
                  </a:lnTo>
                  <a:lnTo>
                    <a:pt x="3015018" y="1312862"/>
                  </a:lnTo>
                  <a:lnTo>
                    <a:pt x="1158951" y="1312862"/>
                  </a:lnTo>
                  <a:lnTo>
                    <a:pt x="1158951" y="807478"/>
                  </a:lnTo>
                  <a:lnTo>
                    <a:pt x="3015018" y="807478"/>
                  </a:lnTo>
                  <a:lnTo>
                    <a:pt x="3065399" y="812114"/>
                  </a:lnTo>
                  <a:lnTo>
                    <a:pt x="3111970" y="825995"/>
                  </a:lnTo>
                  <a:lnTo>
                    <a:pt x="3154718" y="849134"/>
                  </a:lnTo>
                  <a:lnTo>
                    <a:pt x="3193656" y="881545"/>
                  </a:lnTo>
                  <a:lnTo>
                    <a:pt x="3226066" y="920483"/>
                  </a:lnTo>
                  <a:lnTo>
                    <a:pt x="3249206" y="963244"/>
                  </a:lnTo>
                  <a:lnTo>
                    <a:pt x="3263087" y="1009802"/>
                  </a:lnTo>
                  <a:lnTo>
                    <a:pt x="3267722" y="1060183"/>
                  </a:lnTo>
                  <a:lnTo>
                    <a:pt x="3267722" y="8699"/>
                  </a:lnTo>
                  <a:lnTo>
                    <a:pt x="0" y="8699"/>
                  </a:lnTo>
                  <a:lnTo>
                    <a:pt x="0" y="3415855"/>
                  </a:lnTo>
                  <a:lnTo>
                    <a:pt x="607377" y="3415855"/>
                  </a:lnTo>
                  <a:lnTo>
                    <a:pt x="1589303" y="3413696"/>
                  </a:lnTo>
                  <a:lnTo>
                    <a:pt x="3642436" y="3412947"/>
                  </a:lnTo>
                  <a:lnTo>
                    <a:pt x="3697541" y="3411436"/>
                  </a:lnTo>
                  <a:lnTo>
                    <a:pt x="3751707" y="3406902"/>
                  </a:lnTo>
                  <a:lnTo>
                    <a:pt x="3804932" y="3399345"/>
                  </a:lnTo>
                  <a:lnTo>
                    <a:pt x="3857218" y="3388753"/>
                  </a:lnTo>
                  <a:lnTo>
                    <a:pt x="3908564" y="3375152"/>
                  </a:lnTo>
                  <a:lnTo>
                    <a:pt x="3958958" y="3358515"/>
                  </a:lnTo>
                  <a:lnTo>
                    <a:pt x="4008412" y="3338855"/>
                  </a:lnTo>
                  <a:lnTo>
                    <a:pt x="4056469" y="3316617"/>
                  </a:lnTo>
                  <a:lnTo>
                    <a:pt x="4102760" y="3292170"/>
                  </a:lnTo>
                  <a:lnTo>
                    <a:pt x="4147274" y="3265525"/>
                  </a:lnTo>
                  <a:lnTo>
                    <a:pt x="4190009" y="3236696"/>
                  </a:lnTo>
                  <a:lnTo>
                    <a:pt x="4230979" y="3205657"/>
                  </a:lnTo>
                  <a:lnTo>
                    <a:pt x="4270159" y="3172434"/>
                  </a:lnTo>
                  <a:lnTo>
                    <a:pt x="4307586" y="3137014"/>
                  </a:lnTo>
                  <a:lnTo>
                    <a:pt x="4342993" y="3099574"/>
                  </a:lnTo>
                  <a:lnTo>
                    <a:pt x="4376217" y="3060306"/>
                  </a:lnTo>
                  <a:lnTo>
                    <a:pt x="4407255" y="3019196"/>
                  </a:lnTo>
                  <a:lnTo>
                    <a:pt x="4436097" y="2976245"/>
                  </a:lnTo>
                  <a:lnTo>
                    <a:pt x="4462742" y="2931464"/>
                  </a:lnTo>
                  <a:lnTo>
                    <a:pt x="4487202" y="2884830"/>
                  </a:lnTo>
                  <a:lnTo>
                    <a:pt x="4509465" y="2836367"/>
                  </a:lnTo>
                  <a:lnTo>
                    <a:pt x="4529112" y="2786545"/>
                  </a:lnTo>
                  <a:lnTo>
                    <a:pt x="4545736" y="2735846"/>
                  </a:lnTo>
                  <a:lnTo>
                    <a:pt x="4559338" y="2684246"/>
                  </a:lnTo>
                  <a:lnTo>
                    <a:pt x="4569917" y="2631757"/>
                  </a:lnTo>
                  <a:lnTo>
                    <a:pt x="4577473" y="2578379"/>
                  </a:lnTo>
                  <a:lnTo>
                    <a:pt x="4582007" y="2524112"/>
                  </a:lnTo>
                  <a:lnTo>
                    <a:pt x="4583519" y="2468943"/>
                  </a:lnTo>
                  <a:close/>
                </a:path>
                <a:path extrusionOk="0" h="3416300" w="7240905">
                  <a:moveTo>
                    <a:pt x="7240371" y="0"/>
                  </a:moveTo>
                  <a:lnTo>
                    <a:pt x="6814312" y="0"/>
                  </a:lnTo>
                  <a:lnTo>
                    <a:pt x="4609681" y="3407143"/>
                  </a:lnTo>
                  <a:lnTo>
                    <a:pt x="5928398" y="3407143"/>
                  </a:lnTo>
                  <a:lnTo>
                    <a:pt x="6262433" y="2901721"/>
                  </a:lnTo>
                  <a:lnTo>
                    <a:pt x="7240371" y="2901721"/>
                  </a:lnTo>
                  <a:lnTo>
                    <a:pt x="7240371" y="1989670"/>
                  </a:lnTo>
                  <a:lnTo>
                    <a:pt x="6863664" y="1989670"/>
                  </a:lnTo>
                  <a:lnTo>
                    <a:pt x="7240371" y="1420634"/>
                  </a:lnTo>
                  <a:lnTo>
                    <a:pt x="724037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6" name="Google Shape;76;p2"/>
            <p:cNvSpPr/>
            <p:nvPr/>
          </p:nvSpPr>
          <p:spPr>
            <a:xfrm>
              <a:off x="0" y="7909249"/>
              <a:ext cx="4439285" cy="3399790"/>
            </a:xfrm>
            <a:custGeom>
              <a:rect b="b" l="l" r="r" t="t"/>
              <a:pathLst>
                <a:path extrusionOk="0" h="3399790" w="4439285">
                  <a:moveTo>
                    <a:pt x="4439183" y="2158149"/>
                  </a:moveTo>
                  <a:lnTo>
                    <a:pt x="3280245" y="2158149"/>
                  </a:lnTo>
                  <a:lnTo>
                    <a:pt x="3280245" y="3399307"/>
                  </a:lnTo>
                  <a:lnTo>
                    <a:pt x="4439183" y="3399307"/>
                  </a:lnTo>
                  <a:lnTo>
                    <a:pt x="4439183" y="2158149"/>
                  </a:lnTo>
                  <a:close/>
                </a:path>
                <a:path extrusionOk="0" h="3399790" w="4439285">
                  <a:moveTo>
                    <a:pt x="4439183" y="0"/>
                  </a:moveTo>
                  <a:lnTo>
                    <a:pt x="3280245" y="0"/>
                  </a:lnTo>
                  <a:lnTo>
                    <a:pt x="3280245" y="1245870"/>
                  </a:lnTo>
                  <a:lnTo>
                    <a:pt x="715454" y="1245870"/>
                  </a:lnTo>
                  <a:lnTo>
                    <a:pt x="715454" y="0"/>
                  </a:lnTo>
                  <a:lnTo>
                    <a:pt x="0" y="0"/>
                  </a:lnTo>
                  <a:lnTo>
                    <a:pt x="0" y="1245870"/>
                  </a:lnTo>
                  <a:lnTo>
                    <a:pt x="0" y="2157730"/>
                  </a:lnTo>
                  <a:lnTo>
                    <a:pt x="0" y="3399777"/>
                  </a:lnTo>
                  <a:lnTo>
                    <a:pt x="715454" y="3399777"/>
                  </a:lnTo>
                  <a:lnTo>
                    <a:pt x="715454" y="2157730"/>
                  </a:lnTo>
                  <a:lnTo>
                    <a:pt x="4439183" y="2157730"/>
                  </a:lnTo>
                  <a:lnTo>
                    <a:pt x="4439183" y="1246073"/>
                  </a:lnTo>
                  <a:lnTo>
                    <a:pt x="4439183" y="1245870"/>
                  </a:lnTo>
                  <a:lnTo>
                    <a:pt x="443918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7" name="Google Shape;77;p2"/>
            <p:cNvSpPr/>
            <p:nvPr/>
          </p:nvSpPr>
          <p:spPr>
            <a:xfrm>
              <a:off x="4772507" y="7865674"/>
              <a:ext cx="10358755" cy="3442970"/>
            </a:xfrm>
            <a:custGeom>
              <a:rect b="b" l="l" r="r" t="t"/>
              <a:pathLst>
                <a:path extrusionOk="0" h="3442970" w="10358755">
                  <a:moveTo>
                    <a:pt x="5874651" y="3442881"/>
                  </a:moveTo>
                  <a:lnTo>
                    <a:pt x="5553888" y="2948228"/>
                  </a:lnTo>
                  <a:lnTo>
                    <a:pt x="4962436" y="2036152"/>
                  </a:lnTo>
                  <a:lnTo>
                    <a:pt x="4288129" y="996289"/>
                  </a:lnTo>
                  <a:lnTo>
                    <a:pt x="3672205" y="46469"/>
                  </a:lnTo>
                  <a:lnTo>
                    <a:pt x="3622852" y="46469"/>
                  </a:lnTo>
                  <a:lnTo>
                    <a:pt x="3622852" y="2036152"/>
                  </a:lnTo>
                  <a:lnTo>
                    <a:pt x="2248928" y="2036152"/>
                  </a:lnTo>
                  <a:lnTo>
                    <a:pt x="2937332" y="996289"/>
                  </a:lnTo>
                  <a:lnTo>
                    <a:pt x="3622852" y="2036152"/>
                  </a:lnTo>
                  <a:lnTo>
                    <a:pt x="3622852" y="46469"/>
                  </a:lnTo>
                  <a:lnTo>
                    <a:pt x="2199563" y="46469"/>
                  </a:lnTo>
                  <a:lnTo>
                    <a:pt x="0" y="3442881"/>
                  </a:lnTo>
                  <a:lnTo>
                    <a:pt x="1318856" y="3442881"/>
                  </a:lnTo>
                  <a:lnTo>
                    <a:pt x="1647685" y="2948228"/>
                  </a:lnTo>
                  <a:lnTo>
                    <a:pt x="4227004" y="2948228"/>
                  </a:lnTo>
                  <a:lnTo>
                    <a:pt x="4555833" y="3442881"/>
                  </a:lnTo>
                  <a:lnTo>
                    <a:pt x="5874651" y="3442881"/>
                  </a:lnTo>
                  <a:close/>
                </a:path>
                <a:path extrusionOk="0" h="3442970" w="10358755">
                  <a:moveTo>
                    <a:pt x="10358704" y="249796"/>
                  </a:moveTo>
                  <a:lnTo>
                    <a:pt x="10307574" y="235280"/>
                  </a:lnTo>
                  <a:lnTo>
                    <a:pt x="10256622" y="221297"/>
                  </a:lnTo>
                  <a:lnTo>
                    <a:pt x="10205872" y="207835"/>
                  </a:lnTo>
                  <a:lnTo>
                    <a:pt x="10155326" y="194906"/>
                  </a:lnTo>
                  <a:lnTo>
                    <a:pt x="10104958" y="182499"/>
                  </a:lnTo>
                  <a:lnTo>
                    <a:pt x="10054793" y="170611"/>
                  </a:lnTo>
                  <a:lnTo>
                    <a:pt x="10004819" y="159258"/>
                  </a:lnTo>
                  <a:lnTo>
                    <a:pt x="9955035" y="148424"/>
                  </a:lnTo>
                  <a:lnTo>
                    <a:pt x="9905441" y="138125"/>
                  </a:lnTo>
                  <a:lnTo>
                    <a:pt x="9856038" y="128346"/>
                  </a:lnTo>
                  <a:lnTo>
                    <a:pt x="9806826" y="119087"/>
                  </a:lnTo>
                  <a:lnTo>
                    <a:pt x="9757702" y="110299"/>
                  </a:lnTo>
                  <a:lnTo>
                    <a:pt x="9708591" y="101904"/>
                  </a:lnTo>
                  <a:lnTo>
                    <a:pt x="9659480" y="93891"/>
                  </a:lnTo>
                  <a:lnTo>
                    <a:pt x="9610357" y="86258"/>
                  </a:lnTo>
                  <a:lnTo>
                    <a:pt x="9561246" y="79006"/>
                  </a:lnTo>
                  <a:lnTo>
                    <a:pt x="9512122" y="72136"/>
                  </a:lnTo>
                  <a:lnTo>
                    <a:pt x="9463011" y="65659"/>
                  </a:lnTo>
                  <a:lnTo>
                    <a:pt x="9413888" y="59563"/>
                  </a:lnTo>
                  <a:lnTo>
                    <a:pt x="9364777" y="53848"/>
                  </a:lnTo>
                  <a:lnTo>
                    <a:pt x="9315653" y="48514"/>
                  </a:lnTo>
                  <a:lnTo>
                    <a:pt x="9266542" y="43573"/>
                  </a:lnTo>
                  <a:lnTo>
                    <a:pt x="9217393" y="38963"/>
                  </a:lnTo>
                  <a:lnTo>
                    <a:pt x="9168181" y="34632"/>
                  </a:lnTo>
                  <a:lnTo>
                    <a:pt x="9118892" y="30607"/>
                  </a:lnTo>
                  <a:lnTo>
                    <a:pt x="9069527" y="26860"/>
                  </a:lnTo>
                  <a:lnTo>
                    <a:pt x="9020086" y="23406"/>
                  </a:lnTo>
                  <a:lnTo>
                    <a:pt x="8970569" y="20231"/>
                  </a:lnTo>
                  <a:lnTo>
                    <a:pt x="8920988" y="17348"/>
                  </a:lnTo>
                  <a:lnTo>
                    <a:pt x="8871331" y="14757"/>
                  </a:lnTo>
                  <a:lnTo>
                    <a:pt x="8821598" y="12458"/>
                  </a:lnTo>
                  <a:lnTo>
                    <a:pt x="8771788" y="10439"/>
                  </a:lnTo>
                  <a:lnTo>
                    <a:pt x="8721915" y="8712"/>
                  </a:lnTo>
                  <a:lnTo>
                    <a:pt x="8671903" y="7200"/>
                  </a:lnTo>
                  <a:lnTo>
                    <a:pt x="8571230" y="4610"/>
                  </a:lnTo>
                  <a:lnTo>
                    <a:pt x="8469693" y="2590"/>
                  </a:lnTo>
                  <a:lnTo>
                    <a:pt x="8367281" y="1155"/>
                  </a:lnTo>
                  <a:lnTo>
                    <a:pt x="8264017" y="292"/>
                  </a:lnTo>
                  <a:lnTo>
                    <a:pt x="8159877" y="0"/>
                  </a:lnTo>
                  <a:lnTo>
                    <a:pt x="8110487" y="165"/>
                  </a:lnTo>
                  <a:lnTo>
                    <a:pt x="8061045" y="647"/>
                  </a:lnTo>
                  <a:lnTo>
                    <a:pt x="8011554" y="1460"/>
                  </a:lnTo>
                  <a:lnTo>
                    <a:pt x="7962036" y="2590"/>
                  </a:lnTo>
                  <a:lnTo>
                    <a:pt x="7912468" y="4038"/>
                  </a:lnTo>
                  <a:lnTo>
                    <a:pt x="7862862" y="5816"/>
                  </a:lnTo>
                  <a:lnTo>
                    <a:pt x="7813230" y="7912"/>
                  </a:lnTo>
                  <a:lnTo>
                    <a:pt x="7763548" y="10325"/>
                  </a:lnTo>
                  <a:lnTo>
                    <a:pt x="7713827" y="13068"/>
                  </a:lnTo>
                  <a:lnTo>
                    <a:pt x="7664069" y="16141"/>
                  </a:lnTo>
                  <a:lnTo>
                    <a:pt x="7614272" y="19532"/>
                  </a:lnTo>
                  <a:lnTo>
                    <a:pt x="7564437" y="23241"/>
                  </a:lnTo>
                  <a:lnTo>
                    <a:pt x="7510259" y="27838"/>
                  </a:lnTo>
                  <a:lnTo>
                    <a:pt x="7456551" y="33185"/>
                  </a:lnTo>
                  <a:lnTo>
                    <a:pt x="7403287" y="39281"/>
                  </a:lnTo>
                  <a:lnTo>
                    <a:pt x="7350480" y="46113"/>
                  </a:lnTo>
                  <a:lnTo>
                    <a:pt x="7298144" y="53682"/>
                  </a:lnTo>
                  <a:lnTo>
                    <a:pt x="7246252" y="62001"/>
                  </a:lnTo>
                  <a:lnTo>
                    <a:pt x="7194817" y="71056"/>
                  </a:lnTo>
                  <a:lnTo>
                    <a:pt x="7143851" y="80860"/>
                  </a:lnTo>
                  <a:lnTo>
                    <a:pt x="7093331" y="91414"/>
                  </a:lnTo>
                  <a:lnTo>
                    <a:pt x="7043267" y="102704"/>
                  </a:lnTo>
                  <a:lnTo>
                    <a:pt x="6993649" y="114744"/>
                  </a:lnTo>
                  <a:lnTo>
                    <a:pt x="6944563" y="127584"/>
                  </a:lnTo>
                  <a:lnTo>
                    <a:pt x="6896036" y="141287"/>
                  </a:lnTo>
                  <a:lnTo>
                    <a:pt x="6848107" y="155867"/>
                  </a:lnTo>
                  <a:lnTo>
                    <a:pt x="6800736" y="171297"/>
                  </a:lnTo>
                  <a:lnTo>
                    <a:pt x="6753961" y="187604"/>
                  </a:lnTo>
                  <a:lnTo>
                    <a:pt x="6707746" y="204774"/>
                  </a:lnTo>
                  <a:lnTo>
                    <a:pt x="6662115" y="222796"/>
                  </a:lnTo>
                  <a:lnTo>
                    <a:pt x="6617055" y="241693"/>
                  </a:lnTo>
                  <a:lnTo>
                    <a:pt x="6572580" y="261442"/>
                  </a:lnTo>
                  <a:lnTo>
                    <a:pt x="6528676" y="282067"/>
                  </a:lnTo>
                  <a:lnTo>
                    <a:pt x="6485344" y="303542"/>
                  </a:lnTo>
                  <a:lnTo>
                    <a:pt x="6438633" y="328396"/>
                  </a:lnTo>
                  <a:lnTo>
                    <a:pt x="6393205" y="354723"/>
                  </a:lnTo>
                  <a:lnTo>
                    <a:pt x="6349047" y="382536"/>
                  </a:lnTo>
                  <a:lnTo>
                    <a:pt x="6306172" y="411835"/>
                  </a:lnTo>
                  <a:lnTo>
                    <a:pt x="6264580" y="442607"/>
                  </a:lnTo>
                  <a:lnTo>
                    <a:pt x="6224270" y="474865"/>
                  </a:lnTo>
                  <a:lnTo>
                    <a:pt x="6185230" y="508596"/>
                  </a:lnTo>
                  <a:lnTo>
                    <a:pt x="6147473" y="543814"/>
                  </a:lnTo>
                  <a:lnTo>
                    <a:pt x="6110998" y="580517"/>
                  </a:lnTo>
                  <a:lnTo>
                    <a:pt x="6075794" y="618680"/>
                  </a:lnTo>
                  <a:lnTo>
                    <a:pt x="6044984" y="654761"/>
                  </a:lnTo>
                  <a:lnTo>
                    <a:pt x="6015393" y="692200"/>
                  </a:lnTo>
                  <a:lnTo>
                    <a:pt x="5987034" y="730999"/>
                  </a:lnTo>
                  <a:lnTo>
                    <a:pt x="5959894" y="771182"/>
                  </a:lnTo>
                  <a:lnTo>
                    <a:pt x="5933986" y="812723"/>
                  </a:lnTo>
                  <a:lnTo>
                    <a:pt x="5909284" y="855637"/>
                  </a:lnTo>
                  <a:lnTo>
                    <a:pt x="5885827" y="899922"/>
                  </a:lnTo>
                  <a:lnTo>
                    <a:pt x="5863590" y="945565"/>
                  </a:lnTo>
                  <a:lnTo>
                    <a:pt x="5842571" y="992568"/>
                  </a:lnTo>
                  <a:lnTo>
                    <a:pt x="5822785" y="1040955"/>
                  </a:lnTo>
                  <a:lnTo>
                    <a:pt x="5804230" y="1090688"/>
                  </a:lnTo>
                  <a:lnTo>
                    <a:pt x="5789612" y="1133983"/>
                  </a:lnTo>
                  <a:lnTo>
                    <a:pt x="5776163" y="1178496"/>
                  </a:lnTo>
                  <a:lnTo>
                    <a:pt x="5763895" y="1224216"/>
                  </a:lnTo>
                  <a:lnTo>
                    <a:pt x="5752782" y="1271168"/>
                  </a:lnTo>
                  <a:lnTo>
                    <a:pt x="5742851" y="1319339"/>
                  </a:lnTo>
                  <a:lnTo>
                    <a:pt x="5734088" y="1368729"/>
                  </a:lnTo>
                  <a:lnTo>
                    <a:pt x="5726493" y="1419339"/>
                  </a:lnTo>
                  <a:lnTo>
                    <a:pt x="5720054" y="1471155"/>
                  </a:lnTo>
                  <a:lnTo>
                    <a:pt x="5714797" y="1524215"/>
                  </a:lnTo>
                  <a:lnTo>
                    <a:pt x="5710707" y="1578483"/>
                  </a:lnTo>
                  <a:lnTo>
                    <a:pt x="5707786" y="1633969"/>
                  </a:lnTo>
                  <a:lnTo>
                    <a:pt x="5706034" y="1690674"/>
                  </a:lnTo>
                  <a:lnTo>
                    <a:pt x="5705449" y="1748612"/>
                  </a:lnTo>
                  <a:lnTo>
                    <a:pt x="5706034" y="1808988"/>
                  </a:lnTo>
                  <a:lnTo>
                    <a:pt x="5707748" y="1865287"/>
                  </a:lnTo>
                  <a:lnTo>
                    <a:pt x="5710631" y="1920367"/>
                  </a:lnTo>
                  <a:lnTo>
                    <a:pt x="5714657" y="1974253"/>
                  </a:lnTo>
                  <a:lnTo>
                    <a:pt x="5719838" y="2026932"/>
                  </a:lnTo>
                  <a:lnTo>
                    <a:pt x="5726163" y="2078418"/>
                  </a:lnTo>
                  <a:lnTo>
                    <a:pt x="5733643" y="2128685"/>
                  </a:lnTo>
                  <a:lnTo>
                    <a:pt x="5742279" y="2177758"/>
                  </a:lnTo>
                  <a:lnTo>
                    <a:pt x="5752071" y="2225624"/>
                  </a:lnTo>
                  <a:lnTo>
                    <a:pt x="5763006" y="2272284"/>
                  </a:lnTo>
                  <a:lnTo>
                    <a:pt x="5775109" y="2317737"/>
                  </a:lnTo>
                  <a:lnTo>
                    <a:pt x="5788355" y="2361996"/>
                  </a:lnTo>
                  <a:lnTo>
                    <a:pt x="5802744" y="2405049"/>
                  </a:lnTo>
                  <a:lnTo>
                    <a:pt x="5821070" y="2454554"/>
                  </a:lnTo>
                  <a:lnTo>
                    <a:pt x="5840628" y="2502712"/>
                  </a:lnTo>
                  <a:lnTo>
                    <a:pt x="5861443" y="2549525"/>
                  </a:lnTo>
                  <a:lnTo>
                    <a:pt x="5883503" y="2594991"/>
                  </a:lnTo>
                  <a:lnTo>
                    <a:pt x="5906821" y="2639110"/>
                  </a:lnTo>
                  <a:lnTo>
                    <a:pt x="5931370" y="2681897"/>
                  </a:lnTo>
                  <a:lnTo>
                    <a:pt x="5957176" y="2723324"/>
                  </a:lnTo>
                  <a:lnTo>
                    <a:pt x="5984240" y="2763418"/>
                  </a:lnTo>
                  <a:lnTo>
                    <a:pt x="6012548" y="2802166"/>
                  </a:lnTo>
                  <a:lnTo>
                    <a:pt x="6042101" y="2839555"/>
                  </a:lnTo>
                  <a:lnTo>
                    <a:pt x="6072911" y="2875610"/>
                  </a:lnTo>
                  <a:lnTo>
                    <a:pt x="6108065" y="2913799"/>
                  </a:lnTo>
                  <a:lnTo>
                    <a:pt x="6144450" y="2950502"/>
                  </a:lnTo>
                  <a:lnTo>
                    <a:pt x="6182068" y="2985719"/>
                  </a:lnTo>
                  <a:lnTo>
                    <a:pt x="6220892" y="3019450"/>
                  </a:lnTo>
                  <a:lnTo>
                    <a:pt x="6260947" y="3051708"/>
                  </a:lnTo>
                  <a:lnTo>
                    <a:pt x="6302235" y="3082480"/>
                  </a:lnTo>
                  <a:lnTo>
                    <a:pt x="6344729" y="3111779"/>
                  </a:lnTo>
                  <a:lnTo>
                    <a:pt x="6388455" y="3139592"/>
                  </a:lnTo>
                  <a:lnTo>
                    <a:pt x="6433401" y="3165906"/>
                  </a:lnTo>
                  <a:lnTo>
                    <a:pt x="6479553" y="3190748"/>
                  </a:lnTo>
                  <a:lnTo>
                    <a:pt x="6522364" y="3212249"/>
                  </a:lnTo>
                  <a:lnTo>
                    <a:pt x="6565760" y="3232874"/>
                  </a:lnTo>
                  <a:lnTo>
                    <a:pt x="6609778" y="3252635"/>
                  </a:lnTo>
                  <a:lnTo>
                    <a:pt x="6654381" y="3271520"/>
                  </a:lnTo>
                  <a:lnTo>
                    <a:pt x="6699605" y="3289554"/>
                  </a:lnTo>
                  <a:lnTo>
                    <a:pt x="6745414" y="3306724"/>
                  </a:lnTo>
                  <a:lnTo>
                    <a:pt x="6791833" y="3323018"/>
                  </a:lnTo>
                  <a:lnTo>
                    <a:pt x="6838848" y="3338449"/>
                  </a:lnTo>
                  <a:lnTo>
                    <a:pt x="6886461" y="3353016"/>
                  </a:lnTo>
                  <a:lnTo>
                    <a:pt x="6934682" y="3366719"/>
                  </a:lnTo>
                  <a:lnTo>
                    <a:pt x="6983501" y="3379559"/>
                  </a:lnTo>
                  <a:lnTo>
                    <a:pt x="7032828" y="3391611"/>
                  </a:lnTo>
                  <a:lnTo>
                    <a:pt x="7082599" y="3402939"/>
                  </a:lnTo>
                  <a:lnTo>
                    <a:pt x="7132790" y="3413556"/>
                  </a:lnTo>
                  <a:lnTo>
                    <a:pt x="7183425" y="3423437"/>
                  </a:lnTo>
                  <a:lnTo>
                    <a:pt x="7234479" y="3432606"/>
                  </a:lnTo>
                  <a:lnTo>
                    <a:pt x="7285977" y="3441052"/>
                  </a:lnTo>
                  <a:lnTo>
                    <a:pt x="7298283" y="3442881"/>
                  </a:lnTo>
                  <a:lnTo>
                    <a:pt x="9392399" y="3442881"/>
                  </a:lnTo>
                  <a:lnTo>
                    <a:pt x="9463862" y="3434169"/>
                  </a:lnTo>
                  <a:lnTo>
                    <a:pt x="9514446" y="3427438"/>
                  </a:lnTo>
                  <a:lnTo>
                    <a:pt x="9564916" y="3420275"/>
                  </a:lnTo>
                  <a:lnTo>
                    <a:pt x="9615284" y="3412693"/>
                  </a:lnTo>
                  <a:lnTo>
                    <a:pt x="9665551" y="3404666"/>
                  </a:lnTo>
                  <a:lnTo>
                    <a:pt x="9715729" y="3396221"/>
                  </a:lnTo>
                  <a:lnTo>
                    <a:pt x="9765792" y="3387344"/>
                  </a:lnTo>
                  <a:lnTo>
                    <a:pt x="9815766" y="3378047"/>
                  </a:lnTo>
                  <a:lnTo>
                    <a:pt x="9865627" y="3368306"/>
                  </a:lnTo>
                  <a:lnTo>
                    <a:pt x="9915398" y="3358146"/>
                  </a:lnTo>
                  <a:lnTo>
                    <a:pt x="9965055" y="3347555"/>
                  </a:lnTo>
                  <a:lnTo>
                    <a:pt x="10014623" y="3336544"/>
                  </a:lnTo>
                  <a:lnTo>
                    <a:pt x="10064077" y="3325088"/>
                  </a:lnTo>
                  <a:lnTo>
                    <a:pt x="10113442" y="3313214"/>
                  </a:lnTo>
                  <a:lnTo>
                    <a:pt x="10162692" y="3300907"/>
                  </a:lnTo>
                  <a:lnTo>
                    <a:pt x="10211854" y="3288182"/>
                  </a:lnTo>
                  <a:lnTo>
                    <a:pt x="10260901" y="3275012"/>
                  </a:lnTo>
                  <a:lnTo>
                    <a:pt x="10309860" y="3261423"/>
                  </a:lnTo>
                  <a:lnTo>
                    <a:pt x="10358704" y="3247402"/>
                  </a:lnTo>
                  <a:lnTo>
                    <a:pt x="10358704" y="2341130"/>
                  </a:lnTo>
                  <a:lnTo>
                    <a:pt x="10310063" y="2355812"/>
                  </a:lnTo>
                  <a:lnTo>
                    <a:pt x="10260406" y="2369947"/>
                  </a:lnTo>
                  <a:lnTo>
                    <a:pt x="10209759" y="2383561"/>
                  </a:lnTo>
                  <a:lnTo>
                    <a:pt x="10158095" y="2396629"/>
                  </a:lnTo>
                  <a:lnTo>
                    <a:pt x="10105428" y="2409164"/>
                  </a:lnTo>
                  <a:lnTo>
                    <a:pt x="10051745" y="2421178"/>
                  </a:lnTo>
                  <a:lnTo>
                    <a:pt x="9997072" y="2432647"/>
                  </a:lnTo>
                  <a:lnTo>
                    <a:pt x="9948723" y="2442222"/>
                  </a:lnTo>
                  <a:lnTo>
                    <a:pt x="9900298" y="2451341"/>
                  </a:lnTo>
                  <a:lnTo>
                    <a:pt x="9851771" y="2460015"/>
                  </a:lnTo>
                  <a:lnTo>
                    <a:pt x="9803168" y="2468232"/>
                  </a:lnTo>
                  <a:lnTo>
                    <a:pt x="9754476" y="2475992"/>
                  </a:lnTo>
                  <a:lnTo>
                    <a:pt x="9705683" y="2483307"/>
                  </a:lnTo>
                  <a:lnTo>
                    <a:pt x="9656801" y="2490152"/>
                  </a:lnTo>
                  <a:lnTo>
                    <a:pt x="9607842" y="2496553"/>
                  </a:lnTo>
                  <a:lnTo>
                    <a:pt x="9558960" y="2502560"/>
                  </a:lnTo>
                  <a:lnTo>
                    <a:pt x="9510357" y="2508262"/>
                  </a:lnTo>
                  <a:lnTo>
                    <a:pt x="9462021" y="2513634"/>
                  </a:lnTo>
                  <a:lnTo>
                    <a:pt x="9413964" y="2518702"/>
                  </a:lnTo>
                  <a:lnTo>
                    <a:pt x="9366174" y="2523439"/>
                  </a:lnTo>
                  <a:lnTo>
                    <a:pt x="9318663" y="2527858"/>
                  </a:lnTo>
                  <a:lnTo>
                    <a:pt x="9271419" y="2531973"/>
                  </a:lnTo>
                  <a:lnTo>
                    <a:pt x="9224442" y="2535758"/>
                  </a:lnTo>
                  <a:lnTo>
                    <a:pt x="9171445" y="2539796"/>
                  </a:lnTo>
                  <a:lnTo>
                    <a:pt x="9068651" y="2547137"/>
                  </a:lnTo>
                  <a:lnTo>
                    <a:pt x="8970137" y="2553538"/>
                  </a:lnTo>
                  <a:lnTo>
                    <a:pt x="8875890" y="2558999"/>
                  </a:lnTo>
                  <a:lnTo>
                    <a:pt x="8823160" y="2561691"/>
                  </a:lnTo>
                  <a:lnTo>
                    <a:pt x="8772449" y="2564003"/>
                  </a:lnTo>
                  <a:lnTo>
                    <a:pt x="8723744" y="2565895"/>
                  </a:lnTo>
                  <a:lnTo>
                    <a:pt x="8677059" y="2567394"/>
                  </a:lnTo>
                  <a:lnTo>
                    <a:pt x="8632406" y="2568486"/>
                  </a:lnTo>
                  <a:lnTo>
                    <a:pt x="8589759" y="2569172"/>
                  </a:lnTo>
                  <a:lnTo>
                    <a:pt x="8479384" y="2570264"/>
                  </a:lnTo>
                  <a:lnTo>
                    <a:pt x="8398078" y="2570619"/>
                  </a:lnTo>
                  <a:lnTo>
                    <a:pt x="8348993" y="2570416"/>
                  </a:lnTo>
                  <a:lnTo>
                    <a:pt x="8298637" y="2569807"/>
                  </a:lnTo>
                  <a:lnTo>
                    <a:pt x="8246999" y="2568803"/>
                  </a:lnTo>
                  <a:lnTo>
                    <a:pt x="8194078" y="2567394"/>
                  </a:lnTo>
                  <a:lnTo>
                    <a:pt x="8139862" y="2565577"/>
                  </a:lnTo>
                  <a:lnTo>
                    <a:pt x="8084375" y="2563355"/>
                  </a:lnTo>
                  <a:lnTo>
                    <a:pt x="8036230" y="2560904"/>
                  </a:lnTo>
                  <a:lnTo>
                    <a:pt x="7988097" y="2557678"/>
                  </a:lnTo>
                  <a:lnTo>
                    <a:pt x="7939951" y="2553678"/>
                  </a:lnTo>
                  <a:lnTo>
                    <a:pt x="7891818" y="2548902"/>
                  </a:lnTo>
                  <a:lnTo>
                    <a:pt x="7843672" y="2543352"/>
                  </a:lnTo>
                  <a:lnTo>
                    <a:pt x="7795539" y="2537041"/>
                  </a:lnTo>
                  <a:lnTo>
                    <a:pt x="7747406" y="2529941"/>
                  </a:lnTo>
                  <a:lnTo>
                    <a:pt x="7699515" y="2521940"/>
                  </a:lnTo>
                  <a:lnTo>
                    <a:pt x="7652093" y="2512872"/>
                  </a:lnTo>
                  <a:lnTo>
                    <a:pt x="7605141" y="2502738"/>
                  </a:lnTo>
                  <a:lnTo>
                    <a:pt x="7558672" y="2491536"/>
                  </a:lnTo>
                  <a:lnTo>
                    <a:pt x="7512672" y="2479256"/>
                  </a:lnTo>
                  <a:lnTo>
                    <a:pt x="7467143" y="2465921"/>
                  </a:lnTo>
                  <a:lnTo>
                    <a:pt x="7422096" y="2451506"/>
                  </a:lnTo>
                  <a:lnTo>
                    <a:pt x="7370788" y="2433002"/>
                  </a:lnTo>
                  <a:lnTo>
                    <a:pt x="7321410" y="2412314"/>
                  </a:lnTo>
                  <a:lnTo>
                    <a:pt x="7273963" y="2389441"/>
                  </a:lnTo>
                  <a:lnTo>
                    <a:pt x="7228459" y="2364384"/>
                  </a:lnTo>
                  <a:lnTo>
                    <a:pt x="7184885" y="2337155"/>
                  </a:lnTo>
                  <a:lnTo>
                    <a:pt x="7143255" y="2307755"/>
                  </a:lnTo>
                  <a:lnTo>
                    <a:pt x="7103923" y="2276005"/>
                  </a:lnTo>
                  <a:lnTo>
                    <a:pt x="7067258" y="2241753"/>
                  </a:lnTo>
                  <a:lnTo>
                    <a:pt x="7033247" y="2204999"/>
                  </a:lnTo>
                  <a:lnTo>
                    <a:pt x="7001904" y="2165743"/>
                  </a:lnTo>
                  <a:lnTo>
                    <a:pt x="6973214" y="2123986"/>
                  </a:lnTo>
                  <a:lnTo>
                    <a:pt x="6947192" y="2079713"/>
                  </a:lnTo>
                  <a:lnTo>
                    <a:pt x="6927418" y="2039531"/>
                  </a:lnTo>
                  <a:lnTo>
                    <a:pt x="6910438" y="1996986"/>
                  </a:lnTo>
                  <a:lnTo>
                    <a:pt x="6896240" y="1952053"/>
                  </a:lnTo>
                  <a:lnTo>
                    <a:pt x="6884822" y="1904746"/>
                  </a:lnTo>
                  <a:lnTo>
                    <a:pt x="6876199" y="1855076"/>
                  </a:lnTo>
                  <a:lnTo>
                    <a:pt x="6870357" y="1803031"/>
                  </a:lnTo>
                  <a:lnTo>
                    <a:pt x="6867309" y="1748612"/>
                  </a:lnTo>
                  <a:lnTo>
                    <a:pt x="6869925" y="1691767"/>
                  </a:lnTo>
                  <a:lnTo>
                    <a:pt x="6875843" y="1637423"/>
                  </a:lnTo>
                  <a:lnTo>
                    <a:pt x="6885076" y="1585582"/>
                  </a:lnTo>
                  <a:lnTo>
                    <a:pt x="6897624" y="1536242"/>
                  </a:lnTo>
                  <a:lnTo>
                    <a:pt x="6913499" y="1489405"/>
                  </a:lnTo>
                  <a:lnTo>
                    <a:pt x="6932676" y="1445069"/>
                  </a:lnTo>
                  <a:lnTo>
                    <a:pt x="6954685" y="1403083"/>
                  </a:lnTo>
                  <a:lnTo>
                    <a:pt x="6979132" y="1363268"/>
                  </a:lnTo>
                  <a:lnTo>
                    <a:pt x="7005993" y="1325626"/>
                  </a:lnTo>
                  <a:lnTo>
                    <a:pt x="7035279" y="1290167"/>
                  </a:lnTo>
                  <a:lnTo>
                    <a:pt x="7066991" y="1256880"/>
                  </a:lnTo>
                  <a:lnTo>
                    <a:pt x="7101141" y="1225778"/>
                  </a:lnTo>
                  <a:lnTo>
                    <a:pt x="7137438" y="1196657"/>
                  </a:lnTo>
                  <a:lnTo>
                    <a:pt x="7175678" y="1169301"/>
                  </a:lnTo>
                  <a:lnTo>
                    <a:pt x="7215848" y="1143723"/>
                  </a:lnTo>
                  <a:lnTo>
                    <a:pt x="7257961" y="1119924"/>
                  </a:lnTo>
                  <a:lnTo>
                    <a:pt x="7302030" y="1097889"/>
                  </a:lnTo>
                  <a:lnTo>
                    <a:pt x="7348029" y="1077607"/>
                  </a:lnTo>
                  <a:lnTo>
                    <a:pt x="7395553" y="1058938"/>
                  </a:lnTo>
                  <a:lnTo>
                    <a:pt x="7444206" y="1041641"/>
                  </a:lnTo>
                  <a:lnTo>
                    <a:pt x="7493990" y="1025702"/>
                  </a:lnTo>
                  <a:lnTo>
                    <a:pt x="7544905" y="1011148"/>
                  </a:lnTo>
                  <a:lnTo>
                    <a:pt x="7596949" y="997953"/>
                  </a:lnTo>
                  <a:lnTo>
                    <a:pt x="7650124" y="986142"/>
                  </a:lnTo>
                  <a:lnTo>
                    <a:pt x="7696454" y="977023"/>
                  </a:lnTo>
                  <a:lnTo>
                    <a:pt x="7743317" y="968717"/>
                  </a:lnTo>
                  <a:lnTo>
                    <a:pt x="7790701" y="961250"/>
                  </a:lnTo>
                  <a:lnTo>
                    <a:pt x="7838630" y="954608"/>
                  </a:lnTo>
                  <a:lnTo>
                    <a:pt x="7887081" y="948791"/>
                  </a:lnTo>
                  <a:lnTo>
                    <a:pt x="7936077" y="943800"/>
                  </a:lnTo>
                  <a:lnTo>
                    <a:pt x="7985607" y="939647"/>
                  </a:lnTo>
                  <a:lnTo>
                    <a:pt x="8035341" y="936180"/>
                  </a:lnTo>
                  <a:lnTo>
                    <a:pt x="8084947" y="933246"/>
                  </a:lnTo>
                  <a:lnTo>
                    <a:pt x="8134439" y="930846"/>
                  </a:lnTo>
                  <a:lnTo>
                    <a:pt x="8183816" y="928979"/>
                  </a:lnTo>
                  <a:lnTo>
                    <a:pt x="8233080" y="927646"/>
                  </a:lnTo>
                  <a:lnTo>
                    <a:pt x="8282229" y="926833"/>
                  </a:lnTo>
                  <a:lnTo>
                    <a:pt x="8331263" y="926566"/>
                  </a:lnTo>
                  <a:lnTo>
                    <a:pt x="8382317" y="926693"/>
                  </a:lnTo>
                  <a:lnTo>
                    <a:pt x="8433397" y="927049"/>
                  </a:lnTo>
                  <a:lnTo>
                    <a:pt x="8484502" y="927646"/>
                  </a:lnTo>
                  <a:lnTo>
                    <a:pt x="8535645" y="928471"/>
                  </a:lnTo>
                  <a:lnTo>
                    <a:pt x="8586813" y="929538"/>
                  </a:lnTo>
                  <a:lnTo>
                    <a:pt x="8638019" y="930846"/>
                  </a:lnTo>
                  <a:lnTo>
                    <a:pt x="8689251" y="932395"/>
                  </a:lnTo>
                  <a:lnTo>
                    <a:pt x="8740508" y="934173"/>
                  </a:lnTo>
                  <a:lnTo>
                    <a:pt x="8791791" y="936193"/>
                  </a:lnTo>
                  <a:lnTo>
                    <a:pt x="8843112" y="938441"/>
                  </a:lnTo>
                  <a:lnTo>
                    <a:pt x="8894470" y="940930"/>
                  </a:lnTo>
                  <a:lnTo>
                    <a:pt x="8945842" y="943660"/>
                  </a:lnTo>
                  <a:lnTo>
                    <a:pt x="8997251" y="946632"/>
                  </a:lnTo>
                  <a:lnTo>
                    <a:pt x="9100414" y="952969"/>
                  </a:lnTo>
                  <a:lnTo>
                    <a:pt x="9152941" y="956589"/>
                  </a:lnTo>
                  <a:lnTo>
                    <a:pt x="9206268" y="960704"/>
                  </a:lnTo>
                  <a:lnTo>
                    <a:pt x="9260408" y="965314"/>
                  </a:lnTo>
                  <a:lnTo>
                    <a:pt x="9315361" y="970394"/>
                  </a:lnTo>
                  <a:lnTo>
                    <a:pt x="9371127" y="975956"/>
                  </a:lnTo>
                  <a:lnTo>
                    <a:pt x="9419272" y="981087"/>
                  </a:lnTo>
                  <a:lnTo>
                    <a:pt x="9467494" y="986523"/>
                  </a:lnTo>
                  <a:lnTo>
                    <a:pt x="9515780" y="992251"/>
                  </a:lnTo>
                  <a:lnTo>
                    <a:pt x="9564116" y="998270"/>
                  </a:lnTo>
                  <a:lnTo>
                    <a:pt x="9612528" y="1004582"/>
                  </a:lnTo>
                  <a:lnTo>
                    <a:pt x="9660979" y="1011186"/>
                  </a:lnTo>
                  <a:lnTo>
                    <a:pt x="9709493" y="1018070"/>
                  </a:lnTo>
                  <a:lnTo>
                    <a:pt x="9757969" y="1025347"/>
                  </a:lnTo>
                  <a:lnTo>
                    <a:pt x="9806254" y="1033030"/>
                  </a:lnTo>
                  <a:lnTo>
                    <a:pt x="9854349" y="1041120"/>
                  </a:lnTo>
                  <a:lnTo>
                    <a:pt x="9902279" y="1049616"/>
                  </a:lnTo>
                  <a:lnTo>
                    <a:pt x="9950031" y="1058532"/>
                  </a:lnTo>
                  <a:lnTo>
                    <a:pt x="9997605" y="1067866"/>
                  </a:lnTo>
                  <a:lnTo>
                    <a:pt x="10045001" y="1077607"/>
                  </a:lnTo>
                  <a:lnTo>
                    <a:pt x="10099713" y="1089558"/>
                  </a:lnTo>
                  <a:lnTo>
                    <a:pt x="10153447" y="1102144"/>
                  </a:lnTo>
                  <a:lnTo>
                    <a:pt x="10206203" y="1115390"/>
                  </a:lnTo>
                  <a:lnTo>
                    <a:pt x="10258006" y="1129271"/>
                  </a:lnTo>
                  <a:lnTo>
                    <a:pt x="10308831" y="1143787"/>
                  </a:lnTo>
                  <a:lnTo>
                    <a:pt x="10358704" y="1158938"/>
                  </a:lnTo>
                  <a:lnTo>
                    <a:pt x="10358704" y="249796"/>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8" name="Google Shape;78;p2"/>
            <p:cNvSpPr/>
            <p:nvPr/>
          </p:nvSpPr>
          <p:spPr>
            <a:xfrm>
              <a:off x="15712089" y="7912141"/>
              <a:ext cx="4392295" cy="3396615"/>
            </a:xfrm>
            <a:custGeom>
              <a:rect b="b" l="l" r="r" t="t"/>
              <a:pathLst>
                <a:path extrusionOk="0" h="3396615" w="4392294">
                  <a:moveTo>
                    <a:pt x="1158969" y="0"/>
                  </a:moveTo>
                  <a:lnTo>
                    <a:pt x="0" y="0"/>
                  </a:lnTo>
                  <a:lnTo>
                    <a:pt x="0" y="3396414"/>
                  </a:lnTo>
                  <a:lnTo>
                    <a:pt x="1156046" y="3396414"/>
                  </a:lnTo>
                  <a:lnTo>
                    <a:pt x="2349876" y="2381812"/>
                  </a:lnTo>
                  <a:lnTo>
                    <a:pt x="3952949" y="2381812"/>
                  </a:lnTo>
                  <a:lnTo>
                    <a:pt x="3540324" y="2030357"/>
                  </a:lnTo>
                  <a:lnTo>
                    <a:pt x="1158969" y="2030357"/>
                  </a:lnTo>
                  <a:lnTo>
                    <a:pt x="1158969" y="0"/>
                  </a:lnTo>
                  <a:close/>
                </a:path>
                <a:path extrusionOk="0" h="3396615" w="4392294">
                  <a:moveTo>
                    <a:pt x="3952949" y="2381812"/>
                  </a:moveTo>
                  <a:lnTo>
                    <a:pt x="2349876" y="2381812"/>
                  </a:lnTo>
                  <a:lnTo>
                    <a:pt x="3543684" y="3396414"/>
                  </a:lnTo>
                  <a:lnTo>
                    <a:pt x="4392010" y="3396414"/>
                  </a:lnTo>
                  <a:lnTo>
                    <a:pt x="4392010" y="2755784"/>
                  </a:lnTo>
                  <a:lnTo>
                    <a:pt x="3952949" y="2381812"/>
                  </a:lnTo>
                  <a:close/>
                </a:path>
                <a:path extrusionOk="0" h="3396615" w="4392294">
                  <a:moveTo>
                    <a:pt x="4392010" y="0"/>
                  </a:moveTo>
                  <a:lnTo>
                    <a:pt x="3549494" y="0"/>
                  </a:lnTo>
                  <a:lnTo>
                    <a:pt x="1158969" y="2030357"/>
                  </a:lnTo>
                  <a:lnTo>
                    <a:pt x="3540324" y="2030357"/>
                  </a:lnTo>
                  <a:lnTo>
                    <a:pt x="3151548" y="1699215"/>
                  </a:lnTo>
                  <a:lnTo>
                    <a:pt x="4392010" y="644459"/>
                  </a:lnTo>
                  <a:lnTo>
                    <a:pt x="439201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9" name="Google Shape;79;p2"/>
          <p:cNvSpPr txBox="1"/>
          <p:nvPr>
            <p:ph type="title"/>
          </p:nvPr>
        </p:nvSpPr>
        <p:spPr>
          <a:xfrm>
            <a:off x="1208618" y="2504154"/>
            <a:ext cx="8506187" cy="1057212"/>
          </a:xfrm>
          <a:prstGeom prst="rect">
            <a:avLst/>
          </a:prstGeom>
          <a:noFill/>
          <a:ln>
            <a:noFill/>
          </a:ln>
        </p:spPr>
        <p:txBody>
          <a:bodyPr anchorCtr="0" anchor="t" bIns="0" lIns="0" spcFirstLastPara="1" rIns="0" wrap="square" tIns="12050">
            <a:spAutoFit/>
          </a:bodyPr>
          <a:lstStyle/>
          <a:p>
            <a:pPr indent="0" lvl="0" marL="12700" marR="5080" rtl="0" algn="l">
              <a:lnSpc>
                <a:spcPct val="150000"/>
              </a:lnSpc>
              <a:spcBef>
                <a:spcPts val="0"/>
              </a:spcBef>
              <a:spcAft>
                <a:spcPts val="0"/>
              </a:spcAft>
              <a:buNone/>
            </a:pPr>
            <a:r>
              <a:rPr b="0" lang="en" sz="2400">
                <a:latin typeface="Arial"/>
                <a:ea typeface="Arial"/>
                <a:cs typeface="Arial"/>
                <a:sym typeface="Arial"/>
              </a:rPr>
              <a:t>One mislabeled drum is a regulatory event.</a:t>
            </a:r>
          </a:p>
        </p:txBody>
      </p:sp>
      <p:sp>
        <p:nvSpPr>
          <p:cNvPr id="80" name="Google Shape;80;p2"/>
          <p:cNvSpPr txBox="1"/>
          <p:nvPr>
            <p:ph idx="1" type="body"/>
          </p:nvPr>
        </p:nvSpPr>
        <p:spPr>
          <a:xfrm>
            <a:off x="10295318" y="2504154"/>
            <a:ext cx="8672830" cy="5807937"/>
          </a:xfrm>
          <a:prstGeom prst="rect">
            <a:avLst/>
          </a:prstGeom>
          <a:noFill/>
          <a:ln>
            <a:noFill/>
          </a:ln>
        </p:spPr>
        <p:txBody>
          <a:bodyPr anchorCtr="0" anchor="t" bIns="0" lIns="0" spcFirstLastPara="1" rIns="0" wrap="square" tIns="12700">
            <a:spAutoFit/>
          </a:bodyPr>
          <a:lstStyle/>
          <a:p>
            <a:pPr indent="0" lvl="0" marL="12700" marR="5080" rtl="0" algn="l">
              <a:lnSpc>
                <a:spcPct val="130000"/>
              </a:lnSpc>
              <a:spcBef>
                <a:spcPts val="0"/>
              </a:spcBef>
              <a:spcAft>
                <a:spcPts val="0"/>
              </a:spcAft>
              <a:buNone/>
            </a:pPr>
            <a:r>
              <a:rPr lang="en"/>
              <a:t>A nuclear facility produces tens of thousands of waste drums per year. Most are easy — VLLW gloves, LLW filters. The expensive ones are the edge cases: a low-activity-looking container that hides an actinide spike. Mislabel it as LLW, and you've put intermediate-level waste on the wrong shelf. The cost is regulatory, dosimetric, and human.*</a:t>
            </a:r>
          </a:p>
          <a:p>
            <a:pPr indent="0" lvl="0" marL="12700" marR="5080" rtl="0" algn="l">
              <a:lnSpc>
                <a:spcPct val="130000"/>
              </a:lnSpc>
              <a:spcBef>
                <a:spcPts val="0"/>
              </a:spcBef>
              <a:spcAft>
                <a:spcPts val="0"/>
              </a:spcAft>
              <a:buNone/>
            </a:pPr>
            <a:r>
              <a:rPr lang="en"/>
              <a:t/>
            </a:r>
          </a:p>
          <a:p>
            <a:pPr indent="0" lvl="0" marL="12700" marR="5080" rtl="0" algn="l">
              <a:lnSpc>
                <a:spcPct val="130000"/>
              </a:lnSpc>
              <a:spcBef>
                <a:spcPts val="0"/>
              </a:spcBef>
              <a:spcAft>
                <a:spcPts val="0"/>
              </a:spcAft>
              <a:buNone/>
            </a:pPr>
            <a:r>
              <a:rPr lang="en"/>
              <a:t>Today this work runs on slow, dose-limited human inspectors and isolated robotic scanners that don't talk to each other. Every new edge case has to be re-learned, drum by drum, person by person. The fleet has no memory.</a:t>
            </a:r>
          </a:p>
        </p:txBody>
      </p:sp>
      <p:sp>
        <p:nvSpPr>
          <p:cNvPr id="81" name="Google Shape;81;p2"/>
          <p:cNvSpPr txBox="1"/>
          <p:nvPr/>
        </p:nvSpPr>
        <p:spPr>
          <a:xfrm>
            <a:off x="18823478" y="614781"/>
            <a:ext cx="276860" cy="32702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 sz="1950">
                <a:solidFill>
                  <a:srgbClr val="172440"/>
                </a:solidFill>
                <a:latin typeface="Ubuntu Mono"/>
                <a:ea typeface="Ubuntu Mono"/>
                <a:cs typeface="Ubuntu Mono"/>
                <a:sym typeface="Ubuntu Mono"/>
              </a:rPr>
              <a:t>01</a:t>
            </a:r>
          </a:p>
        </p:txBody>
      </p:sp>
      <p:sp>
        <p:nvSpPr>
          <p:cNvPr id="82" name="Google Shape;82;p2"/>
          <p:cNvSpPr txBox="1"/>
          <p:nvPr/>
        </p:nvSpPr>
        <p:spPr>
          <a:xfrm>
            <a:off x="1208619" y="3789254"/>
            <a:ext cx="2224405" cy="40259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2450">
                <a:solidFill>
                  <a:srgbClr val="172440"/>
                </a:solidFill>
                <a:latin typeface="Ubuntu Mono"/>
                <a:ea typeface="Ubuntu Mono"/>
                <a:cs typeface="Ubuntu Mono"/>
                <a:sym typeface="Ubuntu Mono"/>
              </a:rPr>
              <a:t>The problem</a:t>
            </a:r>
          </a:p>
        </p:txBody>
      </p:sp>
      <p:sp>
        <p:nvSpPr>
          <p:cNvPr id="83" name="Google Shape;83;p2"/>
          <p:cNvSpPr txBox="1"/>
          <p:nvPr/>
        </p:nvSpPr>
        <p:spPr>
          <a:xfrm>
            <a:off x="512930" y="10581938"/>
            <a:ext cx="17830800" cy="22669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300">
                <a:solidFill>
                  <a:srgbClr val="00C6B3"/>
                </a:solidFill>
                <a:latin typeface="Ubuntu Sans"/>
                <a:ea typeface="Ubuntu Sans"/>
                <a:cs typeface="Ubuntu Sans"/>
                <a:sym typeface="Ubuntu Sans"/>
              </a:rPr>
              <a:t>* IAEA GSG-1 classes: VLLW / LLW / ILW / HLW. An ILW drum sitting in an LLW bay is a dose event for any worker on inspection rounds.</a:t>
            </a:r>
          </a:p>
        </p:txBody>
      </p:sp>
      <p:sp>
        <p:nvSpPr>
          <p:cNvPr id="84" name="Google Shape;84;p2"/>
          <p:cNvSpPr/>
          <p:nvPr/>
        </p:nvSpPr>
        <p:spPr>
          <a:xfrm>
            <a:off x="0" y="10065875"/>
            <a:ext cx="20104100" cy="0"/>
          </a:xfrm>
          <a:custGeom>
            <a:rect b="b" l="l" r="r" t="t"/>
            <a:pathLst>
              <a:path extrusionOk="0" h="120000" w="20104100">
                <a:moveTo>
                  <a:pt x="0" y="0"/>
                </a:moveTo>
                <a:lnTo>
                  <a:pt x="20104099" y="0"/>
                </a:lnTo>
              </a:path>
            </a:pathLst>
          </a:custGeom>
          <a:noFill/>
          <a:ln cap="flat" cmpd="sng" w="10450">
            <a:solidFill>
              <a:srgbClr val="172440">
                <a:alpha val="20000"/>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85" name="Google Shape;85;p2"/>
          <p:cNvPicPr preferRelativeResize="0"/>
          <p:nvPr/>
        </p:nvPicPr>
        <p:blipFill rotWithShape="1">
          <a:blip r:embed="rId3">
            <a:alphaModFix/>
          </a:blip>
          <a:srcRect b="0" l="0" r="0" t="0"/>
          <a:stretch/>
        </p:blipFill>
        <p:spPr>
          <a:xfrm>
            <a:off x="1221488" y="402130"/>
            <a:ext cx="1946118" cy="76708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9" name="Shape 89"/>
        <p:cNvGrpSpPr/>
        <p:nvPr/>
      </p:nvGrpSpPr>
      <p:grpSpPr>
        <a:xfrm>
          <a:off x="0" y="0"/>
          <a:ext cx="0" cy="0"/>
          <a:chOff x="0" y="0"/>
          <a:chExt cx="0" cy="0"/>
        </a:xfrm>
      </p:grpSpPr>
      <p:sp>
        <p:nvSpPr>
          <p:cNvPr id="90" name="Google Shape;90;p3"/>
          <p:cNvSpPr/>
          <p:nvPr/>
        </p:nvSpPr>
        <p:spPr>
          <a:xfrm>
            <a:off x="0" y="0"/>
            <a:ext cx="20104100" cy="11309350"/>
          </a:xfrm>
          <a:prstGeom prst="rect">
            <a:avLst/>
          </a:prstGeom>
          <a:solidFill>
            <a:srgbClr val="172440"/>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91" name="Google Shape;91;p3"/>
          <p:cNvSpPr/>
          <p:nvPr/>
        </p:nvSpPr>
        <p:spPr>
          <a:xfrm>
            <a:off x="8832850" y="0"/>
            <a:ext cx="11271250" cy="11309350"/>
          </a:xfrm>
          <a:custGeom>
            <a:rect b="b" l="l" r="r" t="t"/>
            <a:pathLst>
              <a:path extrusionOk="0" h="11309350" w="11271250">
                <a:moveTo>
                  <a:pt x="1316532" y="9111864"/>
                </a:moveTo>
                <a:lnTo>
                  <a:pt x="1461093" y="9183284"/>
                </a:lnTo>
                <a:cubicBezTo>
                  <a:pt x="1162818" y="9761239"/>
                  <a:pt x="916739" y="10363244"/>
                  <a:pt x="725305" y="10982267"/>
                </a:cubicBezTo>
                <a:lnTo>
                  <a:pt x="630453" y="11309350"/>
                </a:lnTo>
                <a:lnTo>
                  <a:pt x="435689" y="11309350"/>
                </a:lnTo>
                <a:lnTo>
                  <a:pt x="438303" y="11299867"/>
                </a:lnTo>
                <a:cubicBezTo>
                  <a:pt x="462922" y="11215258"/>
                  <a:pt x="487976" y="11132863"/>
                  <a:pt x="512537" y="11053362"/>
                </a:cubicBezTo>
                <a:cubicBezTo>
                  <a:pt x="733403" y="10388109"/>
                  <a:pt x="1002095" y="9739293"/>
                  <a:pt x="1316532" y="9111864"/>
                </a:cubicBezTo>
                <a:close/>
                <a:moveTo>
                  <a:pt x="7739616" y="7902346"/>
                </a:moveTo>
                <a:cubicBezTo>
                  <a:pt x="7374528" y="8083775"/>
                  <a:pt x="6971638" y="8178535"/>
                  <a:pt x="6562951" y="8179066"/>
                </a:cubicBezTo>
                <a:lnTo>
                  <a:pt x="6511026" y="8179066"/>
                </a:lnTo>
                <a:cubicBezTo>
                  <a:pt x="6748160" y="8304046"/>
                  <a:pt x="6985294" y="8426775"/>
                  <a:pt x="7224700" y="8538355"/>
                </a:cubicBezTo>
                <a:cubicBezTo>
                  <a:pt x="7398590" y="8324115"/>
                  <a:pt x="7574752" y="8125505"/>
                  <a:pt x="7739616" y="7902346"/>
                </a:cubicBezTo>
                <a:close/>
                <a:moveTo>
                  <a:pt x="1700478" y="3075402"/>
                </a:moveTo>
                <a:cubicBezTo>
                  <a:pt x="1452046" y="3805131"/>
                  <a:pt x="2486421" y="5324860"/>
                  <a:pt x="4241266" y="6936078"/>
                </a:cubicBezTo>
                <a:cubicBezTo>
                  <a:pt x="4261590" y="6947227"/>
                  <a:pt x="4272867" y="6967318"/>
                  <a:pt x="4293212" y="6967318"/>
                </a:cubicBezTo>
                <a:cubicBezTo>
                  <a:pt x="4134061" y="6722475"/>
                  <a:pt x="4021547" y="6450958"/>
                  <a:pt x="3961212" y="6166168"/>
                </a:cubicBezTo>
                <a:cubicBezTo>
                  <a:pt x="3772159" y="5358754"/>
                  <a:pt x="3978818" y="4510501"/>
                  <a:pt x="4519048" y="3876552"/>
                </a:cubicBezTo>
                <a:cubicBezTo>
                  <a:pt x="4548418" y="3845312"/>
                  <a:pt x="4570994" y="3805131"/>
                  <a:pt x="4600344" y="3773891"/>
                </a:cubicBezTo>
                <a:cubicBezTo>
                  <a:pt x="3660155" y="3444695"/>
                  <a:pt x="2688535" y="3210662"/>
                  <a:pt x="1700478" y="3075402"/>
                </a:cubicBezTo>
                <a:close/>
                <a:moveTo>
                  <a:pt x="7911851" y="0"/>
                </a:moveTo>
                <a:lnTo>
                  <a:pt x="8245412" y="0"/>
                </a:lnTo>
                <a:lnTo>
                  <a:pt x="8038762" y="200179"/>
                </a:lnTo>
                <a:cubicBezTo>
                  <a:pt x="7625430" y="607409"/>
                  <a:pt x="7273253" y="980503"/>
                  <a:pt x="7028214" y="1247735"/>
                </a:cubicBezTo>
                <a:cubicBezTo>
                  <a:pt x="6461332" y="1883745"/>
                  <a:pt x="5903496" y="2539823"/>
                  <a:pt x="5377261" y="3209302"/>
                </a:cubicBezTo>
                <a:cubicBezTo>
                  <a:pt x="5715378" y="3047837"/>
                  <a:pt x="6085796" y="2963185"/>
                  <a:pt x="6461332" y="2961593"/>
                </a:cubicBezTo>
                <a:cubicBezTo>
                  <a:pt x="7237867" y="2949041"/>
                  <a:pt x="7978150" y="3285629"/>
                  <a:pt x="8473634" y="3876552"/>
                </a:cubicBezTo>
                <a:lnTo>
                  <a:pt x="8401364" y="3939031"/>
                </a:lnTo>
                <a:cubicBezTo>
                  <a:pt x="8329966" y="3861707"/>
                  <a:pt x="8253510" y="3789118"/>
                  <a:pt x="8172514" y="3721733"/>
                </a:cubicBezTo>
                <a:cubicBezTo>
                  <a:pt x="7151538" y="2872375"/>
                  <a:pt x="5627052" y="3001625"/>
                  <a:pt x="4767480" y="4010452"/>
                </a:cubicBezTo>
                <a:lnTo>
                  <a:pt x="4674886" y="4133181"/>
                </a:lnTo>
                <a:cubicBezTo>
                  <a:pt x="4597880" y="4237711"/>
                  <a:pt x="4529582" y="4348271"/>
                  <a:pt x="4470648" y="4463716"/>
                </a:cubicBezTo>
                <a:cubicBezTo>
                  <a:pt x="3868534" y="5643374"/>
                  <a:pt x="4348259" y="7081998"/>
                  <a:pt x="5542125" y="7676956"/>
                </a:cubicBezTo>
                <a:cubicBezTo>
                  <a:pt x="5717884" y="7767320"/>
                  <a:pt x="5905704" y="7832688"/>
                  <a:pt x="6099982" y="7871106"/>
                </a:cubicBezTo>
                <a:cubicBezTo>
                  <a:pt x="6467236" y="7800662"/>
                  <a:pt x="6802442" y="7617067"/>
                  <a:pt x="7057564" y="7346676"/>
                </a:cubicBezTo>
                <a:cubicBezTo>
                  <a:pt x="7068862" y="7326607"/>
                  <a:pt x="7089186" y="7315437"/>
                  <a:pt x="7100484" y="7295346"/>
                </a:cubicBezTo>
                <a:lnTo>
                  <a:pt x="7120808" y="7275277"/>
                </a:lnTo>
                <a:cubicBezTo>
                  <a:pt x="7120808" y="7252957"/>
                  <a:pt x="7120808" y="7252957"/>
                  <a:pt x="7120808" y="7252957"/>
                </a:cubicBezTo>
                <a:cubicBezTo>
                  <a:pt x="7225889" y="7119418"/>
                  <a:pt x="7315998" y="6975005"/>
                  <a:pt x="7389564" y="6822247"/>
                </a:cubicBezTo>
                <a:cubicBezTo>
                  <a:pt x="7534358" y="6489143"/>
                  <a:pt x="7577512" y="6121485"/>
                  <a:pt x="7513780" y="5764489"/>
                </a:cubicBezTo>
                <a:lnTo>
                  <a:pt x="7513780" y="5744399"/>
                </a:lnTo>
                <a:cubicBezTo>
                  <a:pt x="7509766" y="5734354"/>
                  <a:pt x="7509766" y="5723205"/>
                  <a:pt x="7513780" y="5713159"/>
                </a:cubicBezTo>
                <a:cubicBezTo>
                  <a:pt x="7449092" y="5448311"/>
                  <a:pt x="7329080" y="5199752"/>
                  <a:pt x="7161456" y="4983431"/>
                </a:cubicBezTo>
                <a:cubicBezTo>
                  <a:pt x="7144678" y="4973640"/>
                  <a:pt x="7130704" y="4959815"/>
                  <a:pt x="7120808" y="4943250"/>
                </a:cubicBezTo>
                <a:cubicBezTo>
                  <a:pt x="6937128" y="4765580"/>
                  <a:pt x="6732360" y="4610465"/>
                  <a:pt x="6511026" y="4481321"/>
                </a:cubicBezTo>
                <a:cubicBezTo>
                  <a:pt x="6429710" y="4429991"/>
                  <a:pt x="6316792" y="4374202"/>
                  <a:pt x="6181278" y="4296092"/>
                </a:cubicBezTo>
                <a:cubicBezTo>
                  <a:pt x="6045764" y="4217981"/>
                  <a:pt x="5921548" y="4146582"/>
                  <a:pt x="5799604" y="4072931"/>
                </a:cubicBezTo>
                <a:cubicBezTo>
                  <a:pt x="5808630" y="4021601"/>
                  <a:pt x="5828954" y="3961351"/>
                  <a:pt x="5840252" y="3910021"/>
                </a:cubicBezTo>
                <a:cubicBezTo>
                  <a:pt x="6057062" y="3990361"/>
                  <a:pt x="6242250" y="4061782"/>
                  <a:pt x="6418412" y="4133181"/>
                </a:cubicBezTo>
                <a:cubicBezTo>
                  <a:pt x="6479404" y="4164421"/>
                  <a:pt x="6551674" y="4184511"/>
                  <a:pt x="6614897" y="4215752"/>
                </a:cubicBezTo>
                <a:cubicBezTo>
                  <a:pt x="7037240" y="4389810"/>
                  <a:pt x="7459582" y="4566121"/>
                  <a:pt x="7884155" y="4760271"/>
                </a:cubicBezTo>
                <a:cubicBezTo>
                  <a:pt x="8308750" y="4954421"/>
                  <a:pt x="8719794" y="5139630"/>
                  <a:pt x="9133090" y="5344951"/>
                </a:cubicBezTo>
                <a:cubicBezTo>
                  <a:pt x="9849592" y="5693496"/>
                  <a:pt x="10563948" y="6067696"/>
                  <a:pt x="11248248" y="6453238"/>
                </a:cubicBezTo>
                <a:lnTo>
                  <a:pt x="11271250" y="6466522"/>
                </a:lnTo>
                <a:lnTo>
                  <a:pt x="11271250" y="8025849"/>
                </a:lnTo>
                <a:lnTo>
                  <a:pt x="11127932" y="7868896"/>
                </a:lnTo>
                <a:cubicBezTo>
                  <a:pt x="10626200" y="7335692"/>
                  <a:pt x="10025192" y="6775398"/>
                  <a:pt x="9347648" y="6217498"/>
                </a:cubicBezTo>
                <a:lnTo>
                  <a:pt x="8986298" y="6721838"/>
                </a:lnTo>
                <a:cubicBezTo>
                  <a:pt x="8934352" y="6804408"/>
                  <a:pt x="8873380" y="6884748"/>
                  <a:pt x="8810136" y="6967318"/>
                </a:cubicBezTo>
                <a:cubicBezTo>
                  <a:pt x="8741370" y="7068088"/>
                  <a:pt x="8665936" y="7164271"/>
                  <a:pt x="8584278" y="7255187"/>
                </a:cubicBezTo>
                <a:cubicBezTo>
                  <a:pt x="8236478" y="7708196"/>
                  <a:pt x="7863831" y="8179066"/>
                  <a:pt x="7455059" y="8652165"/>
                </a:cubicBezTo>
                <a:cubicBezTo>
                  <a:pt x="8519584" y="9169966"/>
                  <a:pt x="9611634" y="9629290"/>
                  <a:pt x="10726204" y="10028229"/>
                </a:cubicBezTo>
                <a:lnTo>
                  <a:pt x="11271250" y="10216650"/>
                </a:lnTo>
                <a:lnTo>
                  <a:pt x="11271250" y="10526954"/>
                </a:lnTo>
                <a:lnTo>
                  <a:pt x="10880290" y="10396022"/>
                </a:lnTo>
                <a:cubicBezTo>
                  <a:pt x="9652100" y="9967694"/>
                  <a:pt x="8451510" y="9463606"/>
                  <a:pt x="7285672" y="8886474"/>
                </a:cubicBezTo>
                <a:cubicBezTo>
                  <a:pt x="6630575" y="9658753"/>
                  <a:pt x="5912365" y="10441279"/>
                  <a:pt x="5170759" y="11152951"/>
                </a:cubicBezTo>
                <a:lnTo>
                  <a:pt x="5004614" y="11309350"/>
                </a:lnTo>
                <a:lnTo>
                  <a:pt x="4633660" y="11309350"/>
                </a:lnTo>
                <a:lnTo>
                  <a:pt x="4648523" y="11295625"/>
                </a:lnTo>
                <a:cubicBezTo>
                  <a:pt x="4901156" y="11056704"/>
                  <a:pt x="5148602" y="10812342"/>
                  <a:pt x="5393083" y="10566862"/>
                </a:cubicBezTo>
                <a:cubicBezTo>
                  <a:pt x="5962216" y="9991123"/>
                  <a:pt x="6508754" y="9384124"/>
                  <a:pt x="7034988" y="8759285"/>
                </a:cubicBezTo>
                <a:cubicBezTo>
                  <a:pt x="6632970" y="8562905"/>
                  <a:pt x="6230972" y="8357585"/>
                  <a:pt x="5838000" y="8152286"/>
                </a:cubicBezTo>
                <a:cubicBezTo>
                  <a:pt x="5725062" y="8089806"/>
                  <a:pt x="5630216" y="8038476"/>
                  <a:pt x="5528576" y="7987146"/>
                </a:cubicBezTo>
                <a:cubicBezTo>
                  <a:pt x="5338228" y="7909460"/>
                  <a:pt x="5157797" y="7809858"/>
                  <a:pt x="4991064" y="7690357"/>
                </a:cubicBezTo>
                <a:cubicBezTo>
                  <a:pt x="4609390" y="7485036"/>
                  <a:pt x="4248041" y="7277507"/>
                  <a:pt x="3895717" y="7054347"/>
                </a:cubicBezTo>
                <a:cubicBezTo>
                  <a:pt x="2823348" y="6426790"/>
                  <a:pt x="1820383" y="5690075"/>
                  <a:pt x="903236" y="4856220"/>
                </a:cubicBezTo>
                <a:cubicBezTo>
                  <a:pt x="148915" y="4126491"/>
                  <a:pt x="-131139" y="3570822"/>
                  <a:pt x="56321" y="3182522"/>
                </a:cubicBezTo>
                <a:cubicBezTo>
                  <a:pt x="519311" y="2247494"/>
                  <a:pt x="3419177" y="3084343"/>
                  <a:pt x="4774254" y="3530663"/>
                </a:cubicBezTo>
                <a:cubicBezTo>
                  <a:pt x="5680615" y="2350229"/>
                  <a:pt x="6666242" y="1231614"/>
                  <a:pt x="7724376" y="182360"/>
                </a:cubicBezTo>
                <a:close/>
              </a:path>
            </a:pathLst>
          </a:custGeom>
          <a:solidFill>
            <a:schemeClr val="lt1">
              <a:alpha val="3137"/>
            </a:schemeClr>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92" name="Google Shape;92;p3"/>
          <p:cNvSpPr txBox="1"/>
          <p:nvPr/>
        </p:nvSpPr>
        <p:spPr>
          <a:xfrm>
            <a:off x="18823390" y="614699"/>
            <a:ext cx="276860" cy="32702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 sz="1950">
                <a:solidFill>
                  <a:srgbClr val="FFFFFF"/>
                </a:solidFill>
                <a:latin typeface="Ubuntu Mono"/>
                <a:ea typeface="Ubuntu Mono"/>
                <a:cs typeface="Ubuntu Mono"/>
                <a:sym typeface="Ubuntu Mono"/>
              </a:rPr>
              <a:t>02</a:t>
            </a:r>
          </a:p>
        </p:txBody>
      </p:sp>
      <p:sp>
        <p:nvSpPr>
          <p:cNvPr id="93" name="Google Shape;93;p3"/>
          <p:cNvSpPr txBox="1"/>
          <p:nvPr>
            <p:ph type="title"/>
          </p:nvPr>
        </p:nvSpPr>
        <p:spPr>
          <a:xfrm>
            <a:off x="1208625" y="2504154"/>
            <a:ext cx="17830800" cy="1057277"/>
          </a:xfrm>
          <a:prstGeom prst="rect">
            <a:avLst/>
          </a:prstGeom>
          <a:noFill/>
          <a:ln>
            <a:noFill/>
          </a:ln>
        </p:spPr>
        <p:txBody>
          <a:bodyPr anchorCtr="0" anchor="t" bIns="0" lIns="0" spcFirstLastPara="1" rIns="0" wrap="square" tIns="12050">
            <a:spAutoFit/>
          </a:bodyPr>
          <a:lstStyle/>
          <a:p>
            <a:pPr indent="0" lvl="0" marL="12700" marR="5080" rtl="0" algn="l">
              <a:lnSpc>
                <a:spcPct val="150000"/>
              </a:lnSpc>
              <a:spcBef>
                <a:spcPts val="0"/>
              </a:spcBef>
              <a:spcAft>
                <a:spcPts val="0"/>
              </a:spcAft>
              <a:buNone/>
            </a:pPr>
            <a:r>
              <a:rPr b="0" lang="en" sz="2400">
                <a:solidFill>
                  <a:srgbClr val="FFFFFF"/>
                </a:solidFill>
                <a:latin typeface="Arial"/>
                <a:ea typeface="Arial"/>
                <a:cs typeface="Arial"/>
                <a:sym typeface="Arial"/>
              </a:rPr>
              <a:t>A living, thinking hivemind for radioactive waste.</a:t>
            </a:r>
          </a:p>
        </p:txBody>
      </p:sp>
      <p:sp>
        <p:nvSpPr>
          <p:cNvPr id="94" name="Google Shape;94;p3"/>
          <p:cNvSpPr txBox="1"/>
          <p:nvPr/>
        </p:nvSpPr>
        <p:spPr>
          <a:xfrm>
            <a:off x="10280846" y="4796033"/>
            <a:ext cx="8703945" cy="5039360"/>
          </a:xfrm>
          <a:prstGeom prst="rect">
            <a:avLst/>
          </a:prstGeom>
          <a:noFill/>
          <a:ln>
            <a:noFill/>
          </a:ln>
        </p:spPr>
        <p:txBody>
          <a:bodyPr anchorCtr="0" anchor="t" bIns="0" lIns="0" spcFirstLastPara="1" rIns="0" wrap="square" tIns="12700">
            <a:spAutoFit/>
          </a:bodyPr>
          <a:lstStyle/>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AGGREGATE  —  every scan, every dose reading, every camera frame goes to one coordinator's ledger.</a:t>
            </a:r>
          </a:p>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
            </a:r>
          </a:p>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LEARN  —  the coordinator derives one discriminating quantity — the actinide-spike threshold — from authoritative HPGe lab labels.</a:t>
            </a:r>
          </a:p>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
            </a:r>
          </a:p>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PUSH  —  the threshold goes back to every agent. Every agent now classifies like the lab.</a:t>
            </a:r>
          </a:p>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
            </a:r>
          </a:p>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DECIDE IN SECONDS  —  a tricky drum that would have been misrouted yesterday is caught at first contact today.</a:t>
            </a:r>
          </a:p>
        </p:txBody>
      </p:sp>
      <p:sp>
        <p:nvSpPr>
          <p:cNvPr id="95" name="Google Shape;95;p3"/>
          <p:cNvSpPr/>
          <p:nvPr/>
        </p:nvSpPr>
        <p:spPr>
          <a:xfrm>
            <a:off x="0" y="1568534"/>
            <a:ext cx="20104100" cy="0"/>
          </a:xfrm>
          <a:custGeom>
            <a:rect b="b" l="l" r="r" t="t"/>
            <a:pathLst>
              <a:path extrusionOk="0" h="120000" w="20104100">
                <a:moveTo>
                  <a:pt x="0" y="0"/>
                </a:moveTo>
                <a:lnTo>
                  <a:pt x="20104099" y="0"/>
                </a:lnTo>
              </a:path>
            </a:pathLst>
          </a:custGeom>
          <a:noFill/>
          <a:ln cap="flat" cmpd="sng" w="104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96" name="Google Shape;96;p3"/>
          <p:cNvGrpSpPr/>
          <p:nvPr/>
        </p:nvGrpSpPr>
        <p:grpSpPr>
          <a:xfrm>
            <a:off x="1212850" y="396875"/>
            <a:ext cx="1949727" cy="770707"/>
            <a:chOff x="679450" y="-898525"/>
            <a:chExt cx="1949727" cy="770707"/>
          </a:xfrm>
        </p:grpSpPr>
        <p:sp>
          <p:nvSpPr>
            <p:cNvPr id="97" name="Google Shape;97;p3"/>
            <p:cNvSpPr/>
            <p:nvPr/>
          </p:nvSpPr>
          <p:spPr>
            <a:xfrm>
              <a:off x="679450" y="-898525"/>
              <a:ext cx="764256" cy="770707"/>
            </a:xfrm>
            <a:custGeom>
              <a:rect b="b" l="l" r="r" t="t"/>
              <a:pathLst>
                <a:path extrusionOk="0" h="770707" w="764256">
                  <a:moveTo>
                    <a:pt x="430053" y="376514"/>
                  </a:moveTo>
                  <a:cubicBezTo>
                    <a:pt x="410592" y="366846"/>
                    <a:pt x="391237" y="358125"/>
                    <a:pt x="371244" y="348983"/>
                  </a:cubicBezTo>
                  <a:cubicBezTo>
                    <a:pt x="351252" y="339841"/>
                    <a:pt x="331365" y="331539"/>
                    <a:pt x="311478" y="323343"/>
                  </a:cubicBezTo>
                  <a:cubicBezTo>
                    <a:pt x="308501" y="321872"/>
                    <a:pt x="305098" y="320926"/>
                    <a:pt x="302226" y="319455"/>
                  </a:cubicBezTo>
                  <a:cubicBezTo>
                    <a:pt x="293931" y="316093"/>
                    <a:pt x="285211" y="312730"/>
                    <a:pt x="275002" y="308947"/>
                  </a:cubicBezTo>
                  <a:cubicBezTo>
                    <a:pt x="274470" y="311364"/>
                    <a:pt x="273513" y="314201"/>
                    <a:pt x="273088" y="316618"/>
                  </a:cubicBezTo>
                  <a:cubicBezTo>
                    <a:pt x="278830" y="320086"/>
                    <a:pt x="284679" y="323448"/>
                    <a:pt x="291060" y="327126"/>
                  </a:cubicBezTo>
                  <a:cubicBezTo>
                    <a:pt x="297441" y="330804"/>
                    <a:pt x="302758" y="333431"/>
                    <a:pt x="306587" y="335848"/>
                  </a:cubicBezTo>
                  <a:cubicBezTo>
                    <a:pt x="317009" y="341929"/>
                    <a:pt x="326651" y="349233"/>
                    <a:pt x="335300" y="357599"/>
                  </a:cubicBezTo>
                  <a:cubicBezTo>
                    <a:pt x="335766" y="358379"/>
                    <a:pt x="336424" y="359030"/>
                    <a:pt x="337214" y="359491"/>
                  </a:cubicBezTo>
                  <a:cubicBezTo>
                    <a:pt x="345107" y="369677"/>
                    <a:pt x="350758" y="381381"/>
                    <a:pt x="353804" y="393852"/>
                  </a:cubicBezTo>
                  <a:cubicBezTo>
                    <a:pt x="353615" y="394325"/>
                    <a:pt x="353615" y="394850"/>
                    <a:pt x="353804" y="395323"/>
                  </a:cubicBezTo>
                  <a:lnTo>
                    <a:pt x="353804" y="396269"/>
                  </a:lnTo>
                  <a:cubicBezTo>
                    <a:pt x="356805" y="413079"/>
                    <a:pt x="354773" y="430391"/>
                    <a:pt x="347955" y="446076"/>
                  </a:cubicBezTo>
                  <a:cubicBezTo>
                    <a:pt x="344491" y="453269"/>
                    <a:pt x="340248" y="460069"/>
                    <a:pt x="335300" y="466357"/>
                  </a:cubicBezTo>
                  <a:cubicBezTo>
                    <a:pt x="335300" y="466357"/>
                    <a:pt x="335300" y="466357"/>
                    <a:pt x="335300" y="467408"/>
                  </a:cubicBezTo>
                  <a:lnTo>
                    <a:pt x="334343" y="468353"/>
                  </a:lnTo>
                  <a:cubicBezTo>
                    <a:pt x="333811" y="469299"/>
                    <a:pt x="332854" y="469825"/>
                    <a:pt x="332322" y="470770"/>
                  </a:cubicBezTo>
                  <a:cubicBezTo>
                    <a:pt x="320309" y="483502"/>
                    <a:pt x="304525" y="492147"/>
                    <a:pt x="287232" y="495464"/>
                  </a:cubicBezTo>
                  <a:cubicBezTo>
                    <a:pt x="278084" y="493655"/>
                    <a:pt x="269240" y="490577"/>
                    <a:pt x="260964" y="486322"/>
                  </a:cubicBezTo>
                  <a:cubicBezTo>
                    <a:pt x="204748" y="458307"/>
                    <a:pt x="182159" y="390566"/>
                    <a:pt x="210511" y="335019"/>
                  </a:cubicBezTo>
                  <a:cubicBezTo>
                    <a:pt x="213286" y="329583"/>
                    <a:pt x="216502" y="324377"/>
                    <a:pt x="220128" y="319455"/>
                  </a:cubicBezTo>
                  <a:lnTo>
                    <a:pt x="224488" y="313676"/>
                  </a:lnTo>
                  <a:cubicBezTo>
                    <a:pt x="264963" y="266173"/>
                    <a:pt x="336747" y="260087"/>
                    <a:pt x="384822" y="300081"/>
                  </a:cubicBezTo>
                  <a:cubicBezTo>
                    <a:pt x="388636" y="303254"/>
                    <a:pt x="392236" y="306672"/>
                    <a:pt x="395598" y="310313"/>
                  </a:cubicBezTo>
                  <a:lnTo>
                    <a:pt x="399001" y="307371"/>
                  </a:lnTo>
                  <a:cubicBezTo>
                    <a:pt x="375670" y="279546"/>
                    <a:pt x="340812" y="263697"/>
                    <a:pt x="304247" y="264288"/>
                  </a:cubicBezTo>
                  <a:cubicBezTo>
                    <a:pt x="286564" y="264363"/>
                    <a:pt x="269122" y="268349"/>
                    <a:pt x="253201" y="275952"/>
                  </a:cubicBezTo>
                  <a:cubicBezTo>
                    <a:pt x="277980" y="244428"/>
                    <a:pt x="304247" y="213535"/>
                    <a:pt x="330940" y="183587"/>
                  </a:cubicBezTo>
                  <a:cubicBezTo>
                    <a:pt x="377093" y="133254"/>
                    <a:pt x="503963" y="3165"/>
                    <a:pt x="572981" y="9470"/>
                  </a:cubicBezTo>
                  <a:cubicBezTo>
                    <a:pt x="636789" y="19978"/>
                    <a:pt x="573513" y="166144"/>
                    <a:pt x="556498" y="200925"/>
                  </a:cubicBezTo>
                  <a:lnTo>
                    <a:pt x="562772" y="203867"/>
                  </a:lnTo>
                  <a:cubicBezTo>
                    <a:pt x="575556" y="177226"/>
                    <a:pt x="586534" y="149774"/>
                    <a:pt x="595633" y="121695"/>
                  </a:cubicBezTo>
                  <a:cubicBezTo>
                    <a:pt x="606267" y="86808"/>
                    <a:pt x="627537" y="9995"/>
                    <a:pt x="574364" y="328"/>
                  </a:cubicBezTo>
                  <a:cubicBezTo>
                    <a:pt x="544800" y="-2615"/>
                    <a:pt x="513747" y="14829"/>
                    <a:pt x="489288" y="29750"/>
                  </a:cubicBezTo>
                  <a:cubicBezTo>
                    <a:pt x="452194" y="54199"/>
                    <a:pt x="417388" y="81875"/>
                    <a:pt x="385282" y="112448"/>
                  </a:cubicBezTo>
                  <a:cubicBezTo>
                    <a:pt x="327232" y="167838"/>
                    <a:pt x="273582" y="227560"/>
                    <a:pt x="224807" y="291084"/>
                  </a:cubicBezTo>
                  <a:cubicBezTo>
                    <a:pt x="161000" y="270068"/>
                    <a:pt x="24453" y="230663"/>
                    <a:pt x="2652" y="274691"/>
                  </a:cubicBezTo>
                  <a:cubicBezTo>
                    <a:pt x="-6175" y="292975"/>
                    <a:pt x="7012" y="319140"/>
                    <a:pt x="42531" y="353501"/>
                  </a:cubicBezTo>
                  <a:cubicBezTo>
                    <a:pt x="85717" y="392765"/>
                    <a:pt x="132944" y="427455"/>
                    <a:pt x="183439" y="457005"/>
                  </a:cubicBezTo>
                  <a:cubicBezTo>
                    <a:pt x="200029" y="467513"/>
                    <a:pt x="217044" y="477285"/>
                    <a:pt x="235016" y="486953"/>
                  </a:cubicBezTo>
                  <a:cubicBezTo>
                    <a:pt x="242867" y="492580"/>
                    <a:pt x="251363" y="497270"/>
                    <a:pt x="260326" y="500928"/>
                  </a:cubicBezTo>
                  <a:cubicBezTo>
                    <a:pt x="265112" y="503345"/>
                    <a:pt x="269578" y="505762"/>
                    <a:pt x="274896" y="508704"/>
                  </a:cubicBezTo>
                  <a:cubicBezTo>
                    <a:pt x="293400" y="518371"/>
                    <a:pt x="312329" y="528039"/>
                    <a:pt x="331259" y="537286"/>
                  </a:cubicBezTo>
                  <a:cubicBezTo>
                    <a:pt x="306480" y="566708"/>
                    <a:pt x="280745" y="595290"/>
                    <a:pt x="253946" y="622400"/>
                  </a:cubicBezTo>
                  <a:cubicBezTo>
                    <a:pt x="207898" y="668636"/>
                    <a:pt x="159617" y="714030"/>
                    <a:pt x="102404" y="745554"/>
                  </a:cubicBezTo>
                  <a:cubicBezTo>
                    <a:pt x="45509" y="775502"/>
                    <a:pt x="10734" y="764363"/>
                    <a:pt x="20731" y="695221"/>
                  </a:cubicBezTo>
                  <a:cubicBezTo>
                    <a:pt x="30147" y="647236"/>
                    <a:pt x="46327" y="600794"/>
                    <a:pt x="68799" y="557251"/>
                  </a:cubicBezTo>
                  <a:lnTo>
                    <a:pt x="61992" y="553888"/>
                  </a:lnTo>
                  <a:cubicBezTo>
                    <a:pt x="47186" y="583432"/>
                    <a:pt x="34534" y="613983"/>
                    <a:pt x="24134" y="645308"/>
                  </a:cubicBezTo>
                  <a:cubicBezTo>
                    <a:pt x="14882" y="675256"/>
                    <a:pt x="4141" y="713925"/>
                    <a:pt x="14350" y="744924"/>
                  </a:cubicBezTo>
                  <a:cubicBezTo>
                    <a:pt x="29451" y="785590"/>
                    <a:pt x="78157" y="769617"/>
                    <a:pt x="107296" y="754591"/>
                  </a:cubicBezTo>
                  <a:cubicBezTo>
                    <a:pt x="186523" y="712034"/>
                    <a:pt x="272556" y="626394"/>
                    <a:pt x="343063" y="543275"/>
                  </a:cubicBezTo>
                  <a:cubicBezTo>
                    <a:pt x="430897" y="586756"/>
                    <a:pt x="522920" y="621432"/>
                    <a:pt x="617753" y="646779"/>
                  </a:cubicBezTo>
                  <a:cubicBezTo>
                    <a:pt x="647431" y="654749"/>
                    <a:pt x="677942" y="659298"/>
                    <a:pt x="708678" y="660334"/>
                  </a:cubicBezTo>
                  <a:cubicBezTo>
                    <a:pt x="742708" y="660334"/>
                    <a:pt x="756852" y="650667"/>
                    <a:pt x="761851" y="639949"/>
                  </a:cubicBezTo>
                  <a:cubicBezTo>
                    <a:pt x="787054" y="585938"/>
                    <a:pt x="609990" y="464045"/>
                    <a:pt x="430053" y="376514"/>
                  </a:cubicBezTo>
                  <a:close/>
                  <a:moveTo>
                    <a:pt x="212790" y="307371"/>
                  </a:moveTo>
                  <a:cubicBezTo>
                    <a:pt x="187352" y="337222"/>
                    <a:pt x="177621" y="377164"/>
                    <a:pt x="186523" y="415183"/>
                  </a:cubicBezTo>
                  <a:cubicBezTo>
                    <a:pt x="189364" y="428593"/>
                    <a:pt x="194662" y="441378"/>
                    <a:pt x="202156" y="452907"/>
                  </a:cubicBezTo>
                  <a:cubicBezTo>
                    <a:pt x="201198" y="452907"/>
                    <a:pt x="200667" y="451961"/>
                    <a:pt x="199710" y="451436"/>
                  </a:cubicBezTo>
                  <a:cubicBezTo>
                    <a:pt x="117079" y="375568"/>
                    <a:pt x="68373" y="304008"/>
                    <a:pt x="80071" y="269647"/>
                  </a:cubicBezTo>
                  <a:cubicBezTo>
                    <a:pt x="126596" y="276016"/>
                    <a:pt x="172347" y="287036"/>
                    <a:pt x="216618" y="302537"/>
                  </a:cubicBezTo>
                  <a:cubicBezTo>
                    <a:pt x="215236" y="304008"/>
                    <a:pt x="214173" y="305900"/>
                    <a:pt x="212790" y="307371"/>
                  </a:cubicBezTo>
                  <a:close/>
                  <a:moveTo>
                    <a:pt x="306587" y="509965"/>
                  </a:moveTo>
                  <a:lnTo>
                    <a:pt x="309032" y="509965"/>
                  </a:lnTo>
                  <a:cubicBezTo>
                    <a:pt x="328276" y="509940"/>
                    <a:pt x="347247" y="505478"/>
                    <a:pt x="364438" y="496935"/>
                  </a:cubicBezTo>
                  <a:cubicBezTo>
                    <a:pt x="356675" y="507443"/>
                    <a:pt x="348380" y="516795"/>
                    <a:pt x="340192" y="526883"/>
                  </a:cubicBezTo>
                  <a:cubicBezTo>
                    <a:pt x="328919" y="521629"/>
                    <a:pt x="317753" y="515850"/>
                    <a:pt x="306587" y="509965"/>
                  </a:cubicBezTo>
                  <a:close/>
                  <a:moveTo>
                    <a:pt x="404211" y="466462"/>
                  </a:moveTo>
                  <a:cubicBezTo>
                    <a:pt x="408056" y="462181"/>
                    <a:pt x="411608" y="457652"/>
                    <a:pt x="414846" y="452907"/>
                  </a:cubicBezTo>
                  <a:cubicBezTo>
                    <a:pt x="417824" y="449019"/>
                    <a:pt x="420695" y="445236"/>
                    <a:pt x="423141" y="441348"/>
                  </a:cubicBezTo>
                  <a:lnTo>
                    <a:pt x="440156" y="417600"/>
                  </a:lnTo>
                  <a:cubicBezTo>
                    <a:pt x="542248" y="501664"/>
                    <a:pt x="607437" y="586883"/>
                    <a:pt x="600631" y="627760"/>
                  </a:cubicBezTo>
                  <a:cubicBezTo>
                    <a:pt x="514759" y="603215"/>
                    <a:pt x="431240" y="571253"/>
                    <a:pt x="351039" y="532242"/>
                  </a:cubicBezTo>
                  <a:cubicBezTo>
                    <a:pt x="370287" y="509965"/>
                    <a:pt x="387834" y="487793"/>
                    <a:pt x="404211" y="466462"/>
                  </a:cubicBezTo>
                  <a:close/>
                </a:path>
              </a:pathLst>
            </a:custGeom>
            <a:gradFill>
              <a:gsLst>
                <a:gs pos="0">
                  <a:srgbClr val="B21A88"/>
                </a:gs>
                <a:gs pos="35000">
                  <a:srgbClr val="0997E7"/>
                </a:gs>
                <a:gs pos="67000">
                  <a:srgbClr val="00C7B3"/>
                </a:gs>
                <a:gs pos="100000">
                  <a:srgbClr val="D5FF6B"/>
                </a:gs>
              </a:gsLst>
              <a:lin ang="19376676" scaled="0"/>
            </a:gra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nvGrpSpPr>
            <p:cNvPr id="98" name="Google Shape;98;p3"/>
            <p:cNvGrpSpPr/>
            <p:nvPr/>
          </p:nvGrpSpPr>
          <p:grpSpPr>
            <a:xfrm>
              <a:off x="1498298" y="-648002"/>
              <a:ext cx="1130879" cy="242125"/>
              <a:chOff x="2040236" y="652325"/>
              <a:chExt cx="1130879" cy="242125"/>
            </a:xfrm>
          </p:grpSpPr>
          <p:sp>
            <p:nvSpPr>
              <p:cNvPr id="99" name="Google Shape;99;p3"/>
              <p:cNvSpPr/>
              <p:nvPr/>
            </p:nvSpPr>
            <p:spPr>
              <a:xfrm>
                <a:off x="2040236" y="652510"/>
                <a:ext cx="122194" cy="89973"/>
              </a:xfrm>
              <a:custGeom>
                <a:rect b="b" l="l" r="r" t="t"/>
                <a:pathLst>
                  <a:path extrusionOk="0" h="89973" w="122194">
                    <a:moveTo>
                      <a:pt x="69234" y="22827"/>
                    </a:moveTo>
                    <a:cubicBezTo>
                      <a:pt x="66140" y="22755"/>
                      <a:pt x="63047" y="22930"/>
                      <a:pt x="59982" y="23353"/>
                    </a:cubicBezTo>
                    <a:cubicBezTo>
                      <a:pt x="56579" y="23878"/>
                      <a:pt x="54133" y="23878"/>
                      <a:pt x="51262" y="24298"/>
                    </a:cubicBezTo>
                    <a:cubicBezTo>
                      <a:pt x="48600" y="24850"/>
                      <a:pt x="46000" y="25660"/>
                      <a:pt x="43499" y="26715"/>
                    </a:cubicBezTo>
                    <a:cubicBezTo>
                      <a:pt x="41204" y="27721"/>
                      <a:pt x="39058" y="29029"/>
                      <a:pt x="37118" y="30603"/>
                    </a:cubicBezTo>
                    <a:cubicBezTo>
                      <a:pt x="35156" y="32098"/>
                      <a:pt x="33647" y="34097"/>
                      <a:pt x="32758" y="36382"/>
                    </a:cubicBezTo>
                    <a:cubicBezTo>
                      <a:pt x="31859" y="38905"/>
                      <a:pt x="31218" y="41510"/>
                      <a:pt x="30843" y="44158"/>
                    </a:cubicBezTo>
                    <a:cubicBezTo>
                      <a:pt x="30918" y="47159"/>
                      <a:pt x="31568" y="50119"/>
                      <a:pt x="32758" y="52880"/>
                    </a:cubicBezTo>
                    <a:cubicBezTo>
                      <a:pt x="34041" y="55230"/>
                      <a:pt x="35908" y="57218"/>
                      <a:pt x="38181" y="58659"/>
                    </a:cubicBezTo>
                    <a:cubicBezTo>
                      <a:pt x="40411" y="60259"/>
                      <a:pt x="42842" y="61566"/>
                      <a:pt x="45413" y="62547"/>
                    </a:cubicBezTo>
                    <a:cubicBezTo>
                      <a:pt x="47962" y="63545"/>
                      <a:pt x="50595" y="64318"/>
                      <a:pt x="53282" y="64859"/>
                    </a:cubicBezTo>
                    <a:cubicBezTo>
                      <a:pt x="56155" y="65434"/>
                      <a:pt x="59073" y="65750"/>
                      <a:pt x="62003" y="65805"/>
                    </a:cubicBezTo>
                    <a:lnTo>
                      <a:pt x="85186" y="65805"/>
                    </a:lnTo>
                    <a:cubicBezTo>
                      <a:pt x="87206" y="65805"/>
                      <a:pt x="89652" y="65805"/>
                      <a:pt x="91992" y="65805"/>
                    </a:cubicBezTo>
                    <a:lnTo>
                      <a:pt x="91992" y="43108"/>
                    </a:lnTo>
                    <a:lnTo>
                      <a:pt x="122194" y="43108"/>
                    </a:lnTo>
                    <a:lnTo>
                      <a:pt x="122194" y="83773"/>
                    </a:lnTo>
                    <a:cubicBezTo>
                      <a:pt x="117302" y="85140"/>
                      <a:pt x="112410" y="86190"/>
                      <a:pt x="107625" y="87136"/>
                    </a:cubicBezTo>
                    <a:cubicBezTo>
                      <a:pt x="102949" y="88024"/>
                      <a:pt x="98227" y="88656"/>
                      <a:pt x="93481" y="89027"/>
                    </a:cubicBezTo>
                    <a:cubicBezTo>
                      <a:pt x="88823" y="89600"/>
                      <a:pt x="84136" y="89916"/>
                      <a:pt x="79443" y="89973"/>
                    </a:cubicBezTo>
                    <a:lnTo>
                      <a:pt x="63917" y="89973"/>
                    </a:lnTo>
                    <a:cubicBezTo>
                      <a:pt x="58600" y="89973"/>
                      <a:pt x="53282" y="89973"/>
                      <a:pt x="48390" y="89973"/>
                    </a:cubicBezTo>
                    <a:cubicBezTo>
                      <a:pt x="43288" y="89663"/>
                      <a:pt x="38230" y="88854"/>
                      <a:pt x="33289" y="87556"/>
                    </a:cubicBezTo>
                    <a:cubicBezTo>
                      <a:pt x="28738" y="86505"/>
                      <a:pt x="24342" y="84880"/>
                      <a:pt x="20209" y="82723"/>
                    </a:cubicBezTo>
                    <a:cubicBezTo>
                      <a:pt x="16185" y="80659"/>
                      <a:pt x="12580" y="77881"/>
                      <a:pt x="9574" y="74526"/>
                    </a:cubicBezTo>
                    <a:cubicBezTo>
                      <a:pt x="6521" y="70910"/>
                      <a:pt x="4078" y="66829"/>
                      <a:pt x="2343" y="62442"/>
                    </a:cubicBezTo>
                    <a:cubicBezTo>
                      <a:pt x="455" y="56827"/>
                      <a:pt x="-304" y="50901"/>
                      <a:pt x="110" y="44999"/>
                    </a:cubicBezTo>
                    <a:cubicBezTo>
                      <a:pt x="52" y="39270"/>
                      <a:pt x="877" y="33565"/>
                      <a:pt x="2556" y="28081"/>
                    </a:cubicBezTo>
                    <a:cubicBezTo>
                      <a:pt x="3873" y="23505"/>
                      <a:pt x="6364" y="19343"/>
                      <a:pt x="9787" y="15997"/>
                    </a:cubicBezTo>
                    <a:cubicBezTo>
                      <a:pt x="12792" y="12643"/>
                      <a:pt x="16398" y="9865"/>
                      <a:pt x="20422" y="7801"/>
                    </a:cubicBezTo>
                    <a:cubicBezTo>
                      <a:pt x="24555" y="5643"/>
                      <a:pt x="28950" y="4019"/>
                      <a:pt x="33502" y="2967"/>
                    </a:cubicBezTo>
                    <a:cubicBezTo>
                      <a:pt x="38394" y="2021"/>
                      <a:pt x="43286" y="1076"/>
                      <a:pt x="48178" y="550"/>
                    </a:cubicBezTo>
                    <a:cubicBezTo>
                      <a:pt x="53411" y="106"/>
                      <a:pt x="58664" y="-70"/>
                      <a:pt x="63917" y="25"/>
                    </a:cubicBezTo>
                    <a:lnTo>
                      <a:pt x="68809" y="25"/>
                    </a:lnTo>
                    <a:cubicBezTo>
                      <a:pt x="77840" y="125"/>
                      <a:pt x="86857" y="722"/>
                      <a:pt x="95820" y="1811"/>
                    </a:cubicBezTo>
                    <a:cubicBezTo>
                      <a:pt x="104709" y="2889"/>
                      <a:pt x="113494" y="4681"/>
                      <a:pt x="122088" y="7170"/>
                    </a:cubicBezTo>
                    <a:lnTo>
                      <a:pt x="122088" y="30813"/>
                    </a:lnTo>
                    <a:cubicBezTo>
                      <a:pt x="119389" y="29927"/>
                      <a:pt x="116612" y="29294"/>
                      <a:pt x="113793" y="28922"/>
                    </a:cubicBezTo>
                    <a:lnTo>
                      <a:pt x="105072" y="27451"/>
                    </a:lnTo>
                    <a:cubicBezTo>
                      <a:pt x="102192" y="26934"/>
                      <a:pt x="99278" y="26617"/>
                      <a:pt x="96352" y="26505"/>
                    </a:cubicBezTo>
                    <a:cubicBezTo>
                      <a:pt x="93608" y="26085"/>
                      <a:pt x="90833" y="25909"/>
                      <a:pt x="88057" y="25980"/>
                    </a:cubicBezTo>
                    <a:cubicBezTo>
                      <a:pt x="81997" y="23932"/>
                      <a:pt x="75639" y="22867"/>
                      <a:pt x="69234" y="22827"/>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 name="Google Shape;100;p3"/>
              <p:cNvSpPr/>
              <p:nvPr/>
            </p:nvSpPr>
            <p:spPr>
              <a:xfrm>
                <a:off x="2177531" y="653586"/>
                <a:ext cx="105069" cy="88477"/>
              </a:xfrm>
              <a:custGeom>
                <a:rect b="b" l="l" r="r" t="t"/>
                <a:pathLst>
                  <a:path extrusionOk="0" h="88477" w="105069">
                    <a:moveTo>
                      <a:pt x="105069" y="64729"/>
                    </a:moveTo>
                    <a:lnTo>
                      <a:pt x="105069" y="88477"/>
                    </a:lnTo>
                    <a:lnTo>
                      <a:pt x="0" y="88477"/>
                    </a:lnTo>
                    <a:lnTo>
                      <a:pt x="0" y="0"/>
                    </a:lnTo>
                    <a:lnTo>
                      <a:pt x="30202" y="0"/>
                    </a:lnTo>
                    <a:lnTo>
                      <a:pt x="30202" y="6472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 name="Google Shape;101;p3"/>
              <p:cNvSpPr/>
              <p:nvPr/>
            </p:nvSpPr>
            <p:spPr>
              <a:xfrm>
                <a:off x="2287903" y="652325"/>
                <a:ext cx="138072" cy="91223"/>
              </a:xfrm>
              <a:custGeom>
                <a:rect b="b" l="l" r="r" t="t"/>
                <a:pathLst>
                  <a:path extrusionOk="0" h="91223" w="138072">
                    <a:moveTo>
                      <a:pt x="69033" y="210"/>
                    </a:moveTo>
                    <a:lnTo>
                      <a:pt x="85623" y="210"/>
                    </a:lnTo>
                    <a:cubicBezTo>
                      <a:pt x="90940" y="736"/>
                      <a:pt x="96257" y="1261"/>
                      <a:pt x="101681" y="2207"/>
                    </a:cubicBezTo>
                    <a:cubicBezTo>
                      <a:pt x="106498" y="3148"/>
                      <a:pt x="111209" y="4592"/>
                      <a:pt x="115718" y="6515"/>
                    </a:cubicBezTo>
                    <a:cubicBezTo>
                      <a:pt x="120100" y="8549"/>
                      <a:pt x="124067" y="11363"/>
                      <a:pt x="127416" y="14816"/>
                    </a:cubicBezTo>
                    <a:cubicBezTo>
                      <a:pt x="130851" y="18411"/>
                      <a:pt x="133489" y="22668"/>
                      <a:pt x="135180" y="27321"/>
                    </a:cubicBezTo>
                    <a:cubicBezTo>
                      <a:pt x="137253" y="33228"/>
                      <a:pt x="138232" y="39459"/>
                      <a:pt x="138051" y="45710"/>
                    </a:cubicBezTo>
                    <a:cubicBezTo>
                      <a:pt x="138200" y="51788"/>
                      <a:pt x="137221" y="57840"/>
                      <a:pt x="135180" y="63573"/>
                    </a:cubicBezTo>
                    <a:cubicBezTo>
                      <a:pt x="133499" y="68258"/>
                      <a:pt x="130851" y="72550"/>
                      <a:pt x="127416" y="76183"/>
                    </a:cubicBezTo>
                    <a:cubicBezTo>
                      <a:pt x="124067" y="79603"/>
                      <a:pt x="120100" y="82383"/>
                      <a:pt x="115718" y="84379"/>
                    </a:cubicBezTo>
                    <a:cubicBezTo>
                      <a:pt x="111146" y="86288"/>
                      <a:pt x="106456" y="87902"/>
                      <a:pt x="101681" y="89213"/>
                    </a:cubicBezTo>
                    <a:cubicBezTo>
                      <a:pt x="96459" y="90659"/>
                      <a:pt x="91046" y="91332"/>
                      <a:pt x="85623" y="91209"/>
                    </a:cubicBezTo>
                    <a:cubicBezTo>
                      <a:pt x="80199" y="91209"/>
                      <a:pt x="74988" y="91209"/>
                      <a:pt x="69033" y="91209"/>
                    </a:cubicBezTo>
                    <a:cubicBezTo>
                      <a:pt x="63078" y="91209"/>
                      <a:pt x="58398" y="91209"/>
                      <a:pt x="52549" y="91209"/>
                    </a:cubicBezTo>
                    <a:cubicBezTo>
                      <a:pt x="46700" y="91209"/>
                      <a:pt x="41915" y="90159"/>
                      <a:pt x="36491" y="89213"/>
                    </a:cubicBezTo>
                    <a:cubicBezTo>
                      <a:pt x="31536" y="88417"/>
                      <a:pt x="26750" y="86782"/>
                      <a:pt x="22347" y="84379"/>
                    </a:cubicBezTo>
                    <a:cubicBezTo>
                      <a:pt x="13255" y="80252"/>
                      <a:pt x="6247" y="72673"/>
                      <a:pt x="2886" y="63363"/>
                    </a:cubicBezTo>
                    <a:cubicBezTo>
                      <a:pt x="844" y="57630"/>
                      <a:pt x="-134" y="51577"/>
                      <a:pt x="15" y="45500"/>
                    </a:cubicBezTo>
                    <a:cubicBezTo>
                      <a:pt x="-123" y="39252"/>
                      <a:pt x="855" y="33029"/>
                      <a:pt x="2886" y="27111"/>
                    </a:cubicBezTo>
                    <a:cubicBezTo>
                      <a:pt x="4545" y="22422"/>
                      <a:pt x="7236" y="18153"/>
                      <a:pt x="10756" y="14606"/>
                    </a:cubicBezTo>
                    <a:cubicBezTo>
                      <a:pt x="14074" y="11156"/>
                      <a:pt x="17998" y="8342"/>
                      <a:pt x="22347" y="6305"/>
                    </a:cubicBezTo>
                    <a:cubicBezTo>
                      <a:pt x="26888" y="4367"/>
                      <a:pt x="31631" y="2922"/>
                      <a:pt x="36491" y="1997"/>
                    </a:cubicBezTo>
                    <a:cubicBezTo>
                      <a:pt x="41808" y="1066"/>
                      <a:pt x="47168" y="399"/>
                      <a:pt x="52549" y="0"/>
                    </a:cubicBezTo>
                    <a:close/>
                    <a:moveTo>
                      <a:pt x="69033" y="67461"/>
                    </a:moveTo>
                    <a:cubicBezTo>
                      <a:pt x="73584" y="67408"/>
                      <a:pt x="78125" y="67092"/>
                      <a:pt x="82645" y="66516"/>
                    </a:cubicBezTo>
                    <a:cubicBezTo>
                      <a:pt x="86835" y="66095"/>
                      <a:pt x="90951" y="65105"/>
                      <a:pt x="94875" y="63573"/>
                    </a:cubicBezTo>
                    <a:cubicBezTo>
                      <a:pt x="98310" y="62346"/>
                      <a:pt x="101330" y="60199"/>
                      <a:pt x="103595" y="57374"/>
                    </a:cubicBezTo>
                    <a:cubicBezTo>
                      <a:pt x="105924" y="54126"/>
                      <a:pt x="107126" y="50216"/>
                      <a:pt x="106998" y="46235"/>
                    </a:cubicBezTo>
                    <a:cubicBezTo>
                      <a:pt x="107073" y="43568"/>
                      <a:pt x="106562" y="40917"/>
                      <a:pt x="105509" y="38459"/>
                    </a:cubicBezTo>
                    <a:cubicBezTo>
                      <a:pt x="104478" y="36253"/>
                      <a:pt x="102999" y="34283"/>
                      <a:pt x="101149" y="32680"/>
                    </a:cubicBezTo>
                    <a:cubicBezTo>
                      <a:pt x="99246" y="31107"/>
                      <a:pt x="97140" y="29799"/>
                      <a:pt x="94875" y="28792"/>
                    </a:cubicBezTo>
                    <a:cubicBezTo>
                      <a:pt x="92312" y="27796"/>
                      <a:pt x="89685" y="26988"/>
                      <a:pt x="87005" y="26375"/>
                    </a:cubicBezTo>
                    <a:lnTo>
                      <a:pt x="78285" y="24904"/>
                    </a:lnTo>
                    <a:cubicBezTo>
                      <a:pt x="75414" y="24904"/>
                      <a:pt x="72011" y="24904"/>
                      <a:pt x="69033" y="24904"/>
                    </a:cubicBezTo>
                    <a:cubicBezTo>
                      <a:pt x="65949" y="24706"/>
                      <a:pt x="62865" y="24706"/>
                      <a:pt x="59781" y="24904"/>
                    </a:cubicBezTo>
                    <a:cubicBezTo>
                      <a:pt x="56835" y="25154"/>
                      <a:pt x="53921" y="25646"/>
                      <a:pt x="51061" y="26375"/>
                    </a:cubicBezTo>
                    <a:cubicBezTo>
                      <a:pt x="48189" y="27321"/>
                      <a:pt x="45743" y="27846"/>
                      <a:pt x="43297" y="28792"/>
                    </a:cubicBezTo>
                    <a:cubicBezTo>
                      <a:pt x="40958" y="29646"/>
                      <a:pt x="38820" y="30970"/>
                      <a:pt x="37023" y="32680"/>
                    </a:cubicBezTo>
                    <a:cubicBezTo>
                      <a:pt x="35002" y="34140"/>
                      <a:pt x="33450" y="36147"/>
                      <a:pt x="32556" y="38459"/>
                    </a:cubicBezTo>
                    <a:cubicBezTo>
                      <a:pt x="31599" y="40941"/>
                      <a:pt x="31131" y="43580"/>
                      <a:pt x="31174" y="46235"/>
                    </a:cubicBezTo>
                    <a:cubicBezTo>
                      <a:pt x="30983" y="48927"/>
                      <a:pt x="31652" y="51612"/>
                      <a:pt x="33088" y="53906"/>
                    </a:cubicBezTo>
                    <a:cubicBezTo>
                      <a:pt x="33971" y="56222"/>
                      <a:pt x="35481" y="58255"/>
                      <a:pt x="37448" y="59790"/>
                    </a:cubicBezTo>
                    <a:cubicBezTo>
                      <a:pt x="39384" y="61293"/>
                      <a:pt x="41489" y="62564"/>
                      <a:pt x="43723" y="63573"/>
                    </a:cubicBezTo>
                    <a:cubicBezTo>
                      <a:pt x="46222" y="64737"/>
                      <a:pt x="48870" y="65550"/>
                      <a:pt x="51592" y="65990"/>
                    </a:cubicBezTo>
                    <a:cubicBezTo>
                      <a:pt x="54464" y="66599"/>
                      <a:pt x="57377" y="66951"/>
                      <a:pt x="60313" y="67041"/>
                    </a:cubicBezTo>
                    <a:cubicBezTo>
                      <a:pt x="63184" y="67041"/>
                      <a:pt x="66162" y="67461"/>
                      <a:pt x="69033" y="67461"/>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 name="Google Shape;102;p3"/>
              <p:cNvSpPr/>
              <p:nvPr/>
            </p:nvSpPr>
            <p:spPr>
              <a:xfrm>
                <a:off x="2440948" y="653567"/>
                <a:ext cx="120509" cy="88503"/>
              </a:xfrm>
              <a:custGeom>
                <a:rect b="b" l="l" r="r" t="t"/>
                <a:pathLst>
                  <a:path extrusionOk="0" h="88503" w="120509">
                    <a:moveTo>
                      <a:pt x="120489" y="63802"/>
                    </a:moveTo>
                    <a:cubicBezTo>
                      <a:pt x="120638" y="67129"/>
                      <a:pt x="119979" y="70442"/>
                      <a:pt x="118575" y="73469"/>
                    </a:cubicBezTo>
                    <a:cubicBezTo>
                      <a:pt x="117373" y="76400"/>
                      <a:pt x="115565" y="79049"/>
                      <a:pt x="113258" y="81245"/>
                    </a:cubicBezTo>
                    <a:cubicBezTo>
                      <a:pt x="110865" y="83268"/>
                      <a:pt x="108270" y="85030"/>
                      <a:pt x="105494" y="86499"/>
                    </a:cubicBezTo>
                    <a:cubicBezTo>
                      <a:pt x="102432" y="87904"/>
                      <a:pt x="99082" y="88587"/>
                      <a:pt x="95711" y="88496"/>
                    </a:cubicBezTo>
                    <a:lnTo>
                      <a:pt x="0" y="88496"/>
                    </a:lnTo>
                    <a:lnTo>
                      <a:pt x="0" y="18"/>
                    </a:lnTo>
                    <a:lnTo>
                      <a:pt x="89436" y="18"/>
                    </a:lnTo>
                    <a:cubicBezTo>
                      <a:pt x="92627" y="-120"/>
                      <a:pt x="95806" y="530"/>
                      <a:pt x="98688" y="1910"/>
                    </a:cubicBezTo>
                    <a:cubicBezTo>
                      <a:pt x="104240" y="4162"/>
                      <a:pt x="108642" y="8513"/>
                      <a:pt x="110918" y="13994"/>
                    </a:cubicBezTo>
                    <a:cubicBezTo>
                      <a:pt x="112120" y="16936"/>
                      <a:pt x="112769" y="20070"/>
                      <a:pt x="112832" y="23241"/>
                    </a:cubicBezTo>
                    <a:cubicBezTo>
                      <a:pt x="112917" y="24870"/>
                      <a:pt x="112737" y="26501"/>
                      <a:pt x="112301" y="28075"/>
                    </a:cubicBezTo>
                    <a:cubicBezTo>
                      <a:pt x="111875" y="29761"/>
                      <a:pt x="111237" y="31387"/>
                      <a:pt x="110386" y="32908"/>
                    </a:cubicBezTo>
                    <a:cubicBezTo>
                      <a:pt x="109429" y="34274"/>
                      <a:pt x="108898" y="35745"/>
                      <a:pt x="107940" y="37217"/>
                    </a:cubicBezTo>
                    <a:cubicBezTo>
                      <a:pt x="106983" y="38688"/>
                      <a:pt x="106026" y="39633"/>
                      <a:pt x="105069" y="41105"/>
                    </a:cubicBezTo>
                    <a:cubicBezTo>
                      <a:pt x="107196" y="42116"/>
                      <a:pt x="109163" y="43426"/>
                      <a:pt x="110918" y="44992"/>
                    </a:cubicBezTo>
                    <a:cubicBezTo>
                      <a:pt x="112641" y="46623"/>
                      <a:pt x="114247" y="48380"/>
                      <a:pt x="115704" y="50246"/>
                    </a:cubicBezTo>
                    <a:cubicBezTo>
                      <a:pt x="117161" y="52102"/>
                      <a:pt x="118181" y="54256"/>
                      <a:pt x="118681" y="56551"/>
                    </a:cubicBezTo>
                    <a:cubicBezTo>
                      <a:pt x="119745" y="58832"/>
                      <a:pt x="120362" y="61292"/>
                      <a:pt x="120489" y="63802"/>
                    </a:cubicBezTo>
                    <a:close/>
                    <a:moveTo>
                      <a:pt x="30627" y="33854"/>
                    </a:moveTo>
                    <a:lnTo>
                      <a:pt x="79227" y="33854"/>
                    </a:lnTo>
                    <a:cubicBezTo>
                      <a:pt x="82928" y="33914"/>
                      <a:pt x="85980" y="30999"/>
                      <a:pt x="86033" y="27343"/>
                    </a:cubicBezTo>
                    <a:cubicBezTo>
                      <a:pt x="86033" y="27237"/>
                      <a:pt x="86033" y="27130"/>
                      <a:pt x="86033" y="27024"/>
                    </a:cubicBezTo>
                    <a:cubicBezTo>
                      <a:pt x="86150" y="23428"/>
                      <a:pt x="83300" y="20416"/>
                      <a:pt x="79663" y="20299"/>
                    </a:cubicBezTo>
                    <a:cubicBezTo>
                      <a:pt x="79514" y="20295"/>
                      <a:pt x="79376" y="20295"/>
                      <a:pt x="79227" y="20299"/>
                    </a:cubicBezTo>
                    <a:lnTo>
                      <a:pt x="30627" y="20299"/>
                    </a:lnTo>
                    <a:close/>
                    <a:moveTo>
                      <a:pt x="83800" y="67690"/>
                    </a:moveTo>
                    <a:cubicBezTo>
                      <a:pt x="87437" y="67807"/>
                      <a:pt x="90489" y="64988"/>
                      <a:pt x="90606" y="61392"/>
                    </a:cubicBezTo>
                    <a:cubicBezTo>
                      <a:pt x="90606" y="61249"/>
                      <a:pt x="90606" y="61108"/>
                      <a:pt x="90606" y="60965"/>
                    </a:cubicBezTo>
                    <a:cubicBezTo>
                      <a:pt x="90723" y="57310"/>
                      <a:pt x="87820" y="54253"/>
                      <a:pt x="84119" y="54137"/>
                    </a:cubicBezTo>
                    <a:cubicBezTo>
                      <a:pt x="84013" y="54133"/>
                      <a:pt x="83906" y="54132"/>
                      <a:pt x="83800" y="54134"/>
                    </a:cubicBezTo>
                    <a:lnTo>
                      <a:pt x="30627" y="54134"/>
                    </a:lnTo>
                    <a:lnTo>
                      <a:pt x="30627" y="67690"/>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 name="Google Shape;103;p3"/>
              <p:cNvSpPr/>
              <p:nvPr/>
            </p:nvSpPr>
            <p:spPr>
              <a:xfrm>
                <a:off x="2561438" y="653586"/>
                <a:ext cx="154094" cy="88477"/>
              </a:xfrm>
              <a:custGeom>
                <a:rect b="b" l="l" r="r" t="t"/>
                <a:pathLst>
                  <a:path extrusionOk="0" h="88477" w="154094">
                    <a:moveTo>
                      <a:pt x="34775" y="88477"/>
                    </a:moveTo>
                    <a:lnTo>
                      <a:pt x="0" y="88477"/>
                    </a:lnTo>
                    <a:lnTo>
                      <a:pt x="57852" y="0"/>
                    </a:lnTo>
                    <a:lnTo>
                      <a:pt x="96242" y="0"/>
                    </a:lnTo>
                    <a:lnTo>
                      <a:pt x="154094" y="88477"/>
                    </a:lnTo>
                    <a:lnTo>
                      <a:pt x="119638" y="88477"/>
                    </a:lnTo>
                    <a:lnTo>
                      <a:pt x="110812" y="75447"/>
                    </a:lnTo>
                    <a:lnTo>
                      <a:pt x="43283" y="75447"/>
                    </a:lnTo>
                    <a:close/>
                    <a:moveTo>
                      <a:pt x="77313" y="24589"/>
                    </a:moveTo>
                    <a:lnTo>
                      <a:pt x="59341" y="51699"/>
                    </a:lnTo>
                    <a:lnTo>
                      <a:pt x="95285" y="5169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 name="Google Shape;104;p3"/>
              <p:cNvSpPr/>
              <p:nvPr/>
            </p:nvSpPr>
            <p:spPr>
              <a:xfrm>
                <a:off x="2723508" y="653586"/>
                <a:ext cx="105068" cy="88477"/>
              </a:xfrm>
              <a:custGeom>
                <a:rect b="b" l="l" r="r" t="t"/>
                <a:pathLst>
                  <a:path extrusionOk="0" h="88477" w="105068">
                    <a:moveTo>
                      <a:pt x="105069" y="64729"/>
                    </a:moveTo>
                    <a:lnTo>
                      <a:pt x="105069" y="88477"/>
                    </a:lnTo>
                    <a:lnTo>
                      <a:pt x="0" y="88477"/>
                    </a:lnTo>
                    <a:lnTo>
                      <a:pt x="0" y="0"/>
                    </a:lnTo>
                    <a:lnTo>
                      <a:pt x="30202" y="0"/>
                    </a:lnTo>
                    <a:lnTo>
                      <a:pt x="30202" y="6472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 name="Google Shape;105;p3"/>
              <p:cNvSpPr/>
              <p:nvPr/>
            </p:nvSpPr>
            <p:spPr>
              <a:xfrm>
                <a:off x="2040878" y="804480"/>
                <a:ext cx="127082" cy="88477"/>
              </a:xfrm>
              <a:custGeom>
                <a:rect b="b" l="l" r="r" t="t"/>
                <a:pathLst>
                  <a:path extrusionOk="0" h="88477" w="127082">
                    <a:moveTo>
                      <a:pt x="97306" y="0"/>
                    </a:moveTo>
                    <a:lnTo>
                      <a:pt x="127083" y="0"/>
                    </a:lnTo>
                    <a:lnTo>
                      <a:pt x="127083" y="88477"/>
                    </a:lnTo>
                    <a:lnTo>
                      <a:pt x="97306" y="88477"/>
                    </a:lnTo>
                    <a:lnTo>
                      <a:pt x="97306" y="56008"/>
                    </a:lnTo>
                    <a:lnTo>
                      <a:pt x="30202" y="56008"/>
                    </a:lnTo>
                    <a:lnTo>
                      <a:pt x="30202" y="88477"/>
                    </a:lnTo>
                    <a:lnTo>
                      <a:pt x="0" y="88477"/>
                    </a:lnTo>
                    <a:lnTo>
                      <a:pt x="0" y="0"/>
                    </a:lnTo>
                    <a:lnTo>
                      <a:pt x="30202" y="0"/>
                    </a:lnTo>
                    <a:lnTo>
                      <a:pt x="30202" y="32365"/>
                    </a:lnTo>
                    <a:lnTo>
                      <a:pt x="97306" y="32365"/>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 name="Google Shape;106;p3"/>
              <p:cNvSpPr/>
              <p:nvPr/>
            </p:nvSpPr>
            <p:spPr>
              <a:xfrm>
                <a:off x="2177106" y="804480"/>
                <a:ext cx="154094" cy="88477"/>
              </a:xfrm>
              <a:custGeom>
                <a:rect b="b" l="l" r="r" t="t"/>
                <a:pathLst>
                  <a:path extrusionOk="0" h="88477" w="154094">
                    <a:moveTo>
                      <a:pt x="34456" y="88477"/>
                    </a:moveTo>
                    <a:lnTo>
                      <a:pt x="0" y="88477"/>
                    </a:lnTo>
                    <a:lnTo>
                      <a:pt x="57852" y="0"/>
                    </a:lnTo>
                    <a:lnTo>
                      <a:pt x="96242" y="0"/>
                    </a:lnTo>
                    <a:lnTo>
                      <a:pt x="154094" y="88477"/>
                    </a:lnTo>
                    <a:lnTo>
                      <a:pt x="119532" y="88477"/>
                    </a:lnTo>
                    <a:lnTo>
                      <a:pt x="110812" y="75447"/>
                    </a:lnTo>
                    <a:lnTo>
                      <a:pt x="43283" y="75447"/>
                    </a:lnTo>
                    <a:close/>
                    <a:moveTo>
                      <a:pt x="76994" y="24589"/>
                    </a:moveTo>
                    <a:lnTo>
                      <a:pt x="58915" y="51699"/>
                    </a:lnTo>
                    <a:lnTo>
                      <a:pt x="94966" y="5169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 name="Google Shape;107;p3"/>
              <p:cNvSpPr/>
              <p:nvPr/>
            </p:nvSpPr>
            <p:spPr>
              <a:xfrm>
                <a:off x="2327581" y="804667"/>
                <a:ext cx="121449" cy="89783"/>
              </a:xfrm>
              <a:custGeom>
                <a:rect b="b" l="l" r="r" t="t"/>
                <a:pathLst>
                  <a:path extrusionOk="0" h="89783" w="121449">
                    <a:moveTo>
                      <a:pt x="67745" y="22510"/>
                    </a:moveTo>
                    <a:cubicBezTo>
                      <a:pt x="64704" y="22313"/>
                      <a:pt x="61641" y="22313"/>
                      <a:pt x="58600" y="22510"/>
                    </a:cubicBezTo>
                    <a:cubicBezTo>
                      <a:pt x="55197" y="22510"/>
                      <a:pt x="52751" y="22510"/>
                      <a:pt x="49773" y="23561"/>
                    </a:cubicBezTo>
                    <a:cubicBezTo>
                      <a:pt x="47082" y="24016"/>
                      <a:pt x="44477" y="24829"/>
                      <a:pt x="42010" y="25978"/>
                    </a:cubicBezTo>
                    <a:cubicBezTo>
                      <a:pt x="39734" y="26961"/>
                      <a:pt x="37618" y="28271"/>
                      <a:pt x="35735" y="29866"/>
                    </a:cubicBezTo>
                    <a:cubicBezTo>
                      <a:pt x="33715" y="31331"/>
                      <a:pt x="32162" y="33336"/>
                      <a:pt x="31269" y="35645"/>
                    </a:cubicBezTo>
                    <a:cubicBezTo>
                      <a:pt x="30386" y="38136"/>
                      <a:pt x="29738" y="40704"/>
                      <a:pt x="29355" y="43316"/>
                    </a:cubicBezTo>
                    <a:cubicBezTo>
                      <a:pt x="29419" y="46318"/>
                      <a:pt x="30067" y="49281"/>
                      <a:pt x="31269" y="52038"/>
                    </a:cubicBezTo>
                    <a:cubicBezTo>
                      <a:pt x="32524" y="54410"/>
                      <a:pt x="34396" y="56406"/>
                      <a:pt x="36693" y="57817"/>
                    </a:cubicBezTo>
                    <a:cubicBezTo>
                      <a:pt x="38936" y="59400"/>
                      <a:pt x="41361" y="60705"/>
                      <a:pt x="43924" y="61705"/>
                    </a:cubicBezTo>
                    <a:cubicBezTo>
                      <a:pt x="46806" y="62617"/>
                      <a:pt x="49752" y="63286"/>
                      <a:pt x="52751" y="63702"/>
                    </a:cubicBezTo>
                    <a:cubicBezTo>
                      <a:pt x="55633" y="64197"/>
                      <a:pt x="58546" y="64512"/>
                      <a:pt x="61471" y="64647"/>
                    </a:cubicBezTo>
                    <a:lnTo>
                      <a:pt x="74339" y="64647"/>
                    </a:lnTo>
                    <a:cubicBezTo>
                      <a:pt x="76774" y="64893"/>
                      <a:pt x="79241" y="64893"/>
                      <a:pt x="81677" y="64647"/>
                    </a:cubicBezTo>
                    <a:cubicBezTo>
                      <a:pt x="84761" y="64415"/>
                      <a:pt x="87845" y="64415"/>
                      <a:pt x="90929" y="64647"/>
                    </a:cubicBezTo>
                    <a:cubicBezTo>
                      <a:pt x="94491" y="64580"/>
                      <a:pt x="98054" y="64228"/>
                      <a:pt x="101563" y="63597"/>
                    </a:cubicBezTo>
                    <a:lnTo>
                      <a:pt x="112198" y="62231"/>
                    </a:lnTo>
                    <a:cubicBezTo>
                      <a:pt x="115346" y="61675"/>
                      <a:pt x="118440" y="60867"/>
                      <a:pt x="121450" y="59814"/>
                    </a:cubicBezTo>
                    <a:lnTo>
                      <a:pt x="121450" y="82931"/>
                    </a:lnTo>
                    <a:cubicBezTo>
                      <a:pt x="112868" y="85462"/>
                      <a:pt x="104073" y="87254"/>
                      <a:pt x="95182" y="88290"/>
                    </a:cubicBezTo>
                    <a:cubicBezTo>
                      <a:pt x="86281" y="89255"/>
                      <a:pt x="77338" y="89746"/>
                      <a:pt x="68383" y="89762"/>
                    </a:cubicBezTo>
                    <a:lnTo>
                      <a:pt x="63598" y="89762"/>
                    </a:lnTo>
                    <a:cubicBezTo>
                      <a:pt x="58376" y="89849"/>
                      <a:pt x="53165" y="89673"/>
                      <a:pt x="47965" y="89236"/>
                    </a:cubicBezTo>
                    <a:cubicBezTo>
                      <a:pt x="43063" y="88714"/>
                      <a:pt x="38203" y="87907"/>
                      <a:pt x="33396" y="86819"/>
                    </a:cubicBezTo>
                    <a:cubicBezTo>
                      <a:pt x="28866" y="85715"/>
                      <a:pt x="24473" y="84093"/>
                      <a:pt x="20315" y="81986"/>
                    </a:cubicBezTo>
                    <a:cubicBezTo>
                      <a:pt x="16264" y="79959"/>
                      <a:pt x="12658" y="77175"/>
                      <a:pt x="9681" y="73789"/>
                    </a:cubicBezTo>
                    <a:cubicBezTo>
                      <a:pt x="6597" y="70190"/>
                      <a:pt x="4162" y="66105"/>
                      <a:pt x="2449" y="61705"/>
                    </a:cubicBezTo>
                    <a:cubicBezTo>
                      <a:pt x="812" y="56213"/>
                      <a:pt x="-18" y="50514"/>
                      <a:pt x="3" y="44787"/>
                    </a:cubicBezTo>
                    <a:cubicBezTo>
                      <a:pt x="-60" y="39057"/>
                      <a:pt x="759" y="33352"/>
                      <a:pt x="2449" y="27870"/>
                    </a:cubicBezTo>
                    <a:cubicBezTo>
                      <a:pt x="3736" y="23252"/>
                      <a:pt x="6235" y="19049"/>
                      <a:pt x="9681" y="15680"/>
                    </a:cubicBezTo>
                    <a:cubicBezTo>
                      <a:pt x="12775" y="12419"/>
                      <a:pt x="16359" y="9653"/>
                      <a:pt x="20315" y="7484"/>
                    </a:cubicBezTo>
                    <a:cubicBezTo>
                      <a:pt x="24473" y="5377"/>
                      <a:pt x="28866" y="3755"/>
                      <a:pt x="33396" y="2650"/>
                    </a:cubicBezTo>
                    <a:cubicBezTo>
                      <a:pt x="38288" y="1705"/>
                      <a:pt x="43180" y="759"/>
                      <a:pt x="48497" y="234"/>
                    </a:cubicBezTo>
                    <a:cubicBezTo>
                      <a:pt x="53814" y="-292"/>
                      <a:pt x="59131" y="234"/>
                      <a:pt x="64023" y="234"/>
                    </a:cubicBezTo>
                    <a:lnTo>
                      <a:pt x="78593" y="234"/>
                    </a:lnTo>
                    <a:cubicBezTo>
                      <a:pt x="83325" y="269"/>
                      <a:pt x="88047" y="584"/>
                      <a:pt x="92737" y="1179"/>
                    </a:cubicBezTo>
                    <a:cubicBezTo>
                      <a:pt x="97097" y="1179"/>
                      <a:pt x="101989" y="2125"/>
                      <a:pt x="106880" y="3071"/>
                    </a:cubicBezTo>
                    <a:cubicBezTo>
                      <a:pt x="111772" y="4016"/>
                      <a:pt x="116558" y="5067"/>
                      <a:pt x="121450" y="6433"/>
                    </a:cubicBezTo>
                    <a:lnTo>
                      <a:pt x="121450" y="30181"/>
                    </a:lnTo>
                    <a:cubicBezTo>
                      <a:pt x="118759" y="29257"/>
                      <a:pt x="115984" y="28623"/>
                      <a:pt x="113155" y="28290"/>
                    </a:cubicBezTo>
                    <a:lnTo>
                      <a:pt x="104434" y="26819"/>
                    </a:lnTo>
                    <a:cubicBezTo>
                      <a:pt x="101531" y="26210"/>
                      <a:pt x="98575" y="25858"/>
                      <a:pt x="95608" y="25768"/>
                    </a:cubicBezTo>
                    <a:cubicBezTo>
                      <a:pt x="92885" y="25569"/>
                      <a:pt x="90142" y="25569"/>
                      <a:pt x="87419" y="25768"/>
                    </a:cubicBezTo>
                    <a:cubicBezTo>
                      <a:pt x="81070" y="23669"/>
                      <a:pt x="74435" y="22570"/>
                      <a:pt x="67745" y="22510"/>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 name="Google Shape;108;p3"/>
              <p:cNvSpPr/>
              <p:nvPr/>
            </p:nvSpPr>
            <p:spPr>
              <a:xfrm>
                <a:off x="2462749" y="804480"/>
                <a:ext cx="135802" cy="88897"/>
              </a:xfrm>
              <a:custGeom>
                <a:rect b="b" l="l" r="r" t="t"/>
                <a:pathLst>
                  <a:path extrusionOk="0" h="88897" w="135802">
                    <a:moveTo>
                      <a:pt x="83375" y="44449"/>
                    </a:moveTo>
                    <a:lnTo>
                      <a:pt x="135803" y="88898"/>
                    </a:lnTo>
                    <a:lnTo>
                      <a:pt x="94009" y="88898"/>
                    </a:lnTo>
                    <a:lnTo>
                      <a:pt x="62106" y="62312"/>
                    </a:lnTo>
                    <a:lnTo>
                      <a:pt x="30202" y="88898"/>
                    </a:lnTo>
                    <a:lnTo>
                      <a:pt x="0" y="88898"/>
                    </a:lnTo>
                    <a:lnTo>
                      <a:pt x="0" y="0"/>
                    </a:lnTo>
                    <a:lnTo>
                      <a:pt x="30202" y="0"/>
                    </a:lnTo>
                    <a:lnTo>
                      <a:pt x="30202" y="52540"/>
                    </a:lnTo>
                    <a:lnTo>
                      <a:pt x="92946" y="0"/>
                    </a:lnTo>
                    <a:lnTo>
                      <a:pt x="134739" y="0"/>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 name="Google Shape;109;p3"/>
              <p:cNvSpPr/>
              <p:nvPr/>
            </p:nvSpPr>
            <p:spPr>
              <a:xfrm>
                <a:off x="2598552" y="804480"/>
                <a:ext cx="154306" cy="88477"/>
              </a:xfrm>
              <a:custGeom>
                <a:rect b="b" l="l" r="r" t="t"/>
                <a:pathLst>
                  <a:path extrusionOk="0" h="88477" w="154306">
                    <a:moveTo>
                      <a:pt x="34562" y="88477"/>
                    </a:moveTo>
                    <a:lnTo>
                      <a:pt x="0" y="88477"/>
                    </a:lnTo>
                    <a:lnTo>
                      <a:pt x="57852" y="0"/>
                    </a:lnTo>
                    <a:lnTo>
                      <a:pt x="96349" y="0"/>
                    </a:lnTo>
                    <a:lnTo>
                      <a:pt x="154307" y="88477"/>
                    </a:lnTo>
                    <a:lnTo>
                      <a:pt x="119745" y="88477"/>
                    </a:lnTo>
                    <a:lnTo>
                      <a:pt x="111024" y="75447"/>
                    </a:lnTo>
                    <a:lnTo>
                      <a:pt x="43389" y="75447"/>
                    </a:lnTo>
                    <a:close/>
                    <a:moveTo>
                      <a:pt x="77100" y="24589"/>
                    </a:moveTo>
                    <a:lnTo>
                      <a:pt x="58596" y="51699"/>
                    </a:lnTo>
                    <a:lnTo>
                      <a:pt x="94541" y="5169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 name="Google Shape;110;p3"/>
              <p:cNvSpPr/>
              <p:nvPr/>
            </p:nvSpPr>
            <p:spPr>
              <a:xfrm>
                <a:off x="2731590" y="804480"/>
                <a:ext cx="119851" cy="88477"/>
              </a:xfrm>
              <a:custGeom>
                <a:rect b="b" l="l" r="r" t="t"/>
                <a:pathLst>
                  <a:path extrusionOk="0" h="88477" w="119851">
                    <a:moveTo>
                      <a:pt x="75080" y="0"/>
                    </a:moveTo>
                    <a:lnTo>
                      <a:pt x="119851" y="0"/>
                    </a:lnTo>
                    <a:lnTo>
                      <a:pt x="119851" y="23643"/>
                    </a:lnTo>
                    <a:lnTo>
                      <a:pt x="75080" y="23643"/>
                    </a:lnTo>
                    <a:lnTo>
                      <a:pt x="75080" y="88477"/>
                    </a:lnTo>
                    <a:lnTo>
                      <a:pt x="44984" y="88477"/>
                    </a:lnTo>
                    <a:lnTo>
                      <a:pt x="44984" y="23643"/>
                    </a:lnTo>
                    <a:lnTo>
                      <a:pt x="0" y="23643"/>
                    </a:lnTo>
                    <a:lnTo>
                      <a:pt x="0" y="0"/>
                    </a:lnTo>
                    <a:lnTo>
                      <a:pt x="74442" y="0"/>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 name="Google Shape;111;p3"/>
              <p:cNvSpPr/>
              <p:nvPr/>
            </p:nvSpPr>
            <p:spPr>
              <a:xfrm>
                <a:off x="2853977" y="803429"/>
                <a:ext cx="138184" cy="91013"/>
              </a:xfrm>
              <a:custGeom>
                <a:rect b="b" l="l" r="r" t="t"/>
                <a:pathLst>
                  <a:path extrusionOk="0" h="91013" w="138184">
                    <a:moveTo>
                      <a:pt x="69034" y="0"/>
                    </a:moveTo>
                    <a:lnTo>
                      <a:pt x="85624" y="0"/>
                    </a:lnTo>
                    <a:cubicBezTo>
                      <a:pt x="90942" y="525"/>
                      <a:pt x="96259" y="1051"/>
                      <a:pt x="101683" y="1997"/>
                    </a:cubicBezTo>
                    <a:cubicBezTo>
                      <a:pt x="106511" y="2923"/>
                      <a:pt x="111211" y="4367"/>
                      <a:pt x="115720" y="6305"/>
                    </a:cubicBezTo>
                    <a:cubicBezTo>
                      <a:pt x="120091" y="8312"/>
                      <a:pt x="124057" y="11089"/>
                      <a:pt x="127418" y="14501"/>
                    </a:cubicBezTo>
                    <a:cubicBezTo>
                      <a:pt x="130832" y="18152"/>
                      <a:pt x="133469" y="22439"/>
                      <a:pt x="135181" y="27111"/>
                    </a:cubicBezTo>
                    <a:cubicBezTo>
                      <a:pt x="137351" y="32997"/>
                      <a:pt x="138361" y="39239"/>
                      <a:pt x="138159" y="45500"/>
                    </a:cubicBezTo>
                    <a:cubicBezTo>
                      <a:pt x="138318" y="51587"/>
                      <a:pt x="137308" y="57648"/>
                      <a:pt x="135181" y="63363"/>
                    </a:cubicBezTo>
                    <a:cubicBezTo>
                      <a:pt x="133501" y="68048"/>
                      <a:pt x="130853" y="72340"/>
                      <a:pt x="127418" y="75973"/>
                    </a:cubicBezTo>
                    <a:cubicBezTo>
                      <a:pt x="124079" y="79416"/>
                      <a:pt x="120112" y="82199"/>
                      <a:pt x="115720" y="84169"/>
                    </a:cubicBezTo>
                    <a:cubicBezTo>
                      <a:pt x="111158" y="86094"/>
                      <a:pt x="106468" y="87709"/>
                      <a:pt x="101683" y="89003"/>
                    </a:cubicBezTo>
                    <a:cubicBezTo>
                      <a:pt x="96461" y="90449"/>
                      <a:pt x="91048" y="91121"/>
                      <a:pt x="85624" y="90999"/>
                    </a:cubicBezTo>
                    <a:cubicBezTo>
                      <a:pt x="80307" y="90999"/>
                      <a:pt x="74458" y="90999"/>
                      <a:pt x="69034" y="90999"/>
                    </a:cubicBezTo>
                    <a:cubicBezTo>
                      <a:pt x="63611" y="90999"/>
                      <a:pt x="58400" y="90999"/>
                      <a:pt x="52551" y="90999"/>
                    </a:cubicBezTo>
                    <a:cubicBezTo>
                      <a:pt x="46702" y="90999"/>
                      <a:pt x="41916" y="89948"/>
                      <a:pt x="36493" y="89003"/>
                    </a:cubicBezTo>
                    <a:cubicBezTo>
                      <a:pt x="31569" y="88207"/>
                      <a:pt x="26815" y="86572"/>
                      <a:pt x="22455" y="84169"/>
                    </a:cubicBezTo>
                    <a:cubicBezTo>
                      <a:pt x="18063" y="82199"/>
                      <a:pt x="14096" y="79416"/>
                      <a:pt x="10757" y="75973"/>
                    </a:cubicBezTo>
                    <a:cubicBezTo>
                      <a:pt x="7322" y="72340"/>
                      <a:pt x="4674" y="68048"/>
                      <a:pt x="2994" y="63363"/>
                    </a:cubicBezTo>
                    <a:cubicBezTo>
                      <a:pt x="867" y="57648"/>
                      <a:pt x="-143" y="51587"/>
                      <a:pt x="16" y="45500"/>
                    </a:cubicBezTo>
                    <a:cubicBezTo>
                      <a:pt x="-132" y="39241"/>
                      <a:pt x="867" y="33009"/>
                      <a:pt x="2994" y="27111"/>
                    </a:cubicBezTo>
                    <a:cubicBezTo>
                      <a:pt x="4579" y="22379"/>
                      <a:pt x="7237" y="18066"/>
                      <a:pt x="10757" y="14501"/>
                    </a:cubicBezTo>
                    <a:cubicBezTo>
                      <a:pt x="14118" y="11089"/>
                      <a:pt x="18084" y="8312"/>
                      <a:pt x="22455" y="6305"/>
                    </a:cubicBezTo>
                    <a:cubicBezTo>
                      <a:pt x="26964" y="4367"/>
                      <a:pt x="31665" y="2923"/>
                      <a:pt x="36493" y="1997"/>
                    </a:cubicBezTo>
                    <a:cubicBezTo>
                      <a:pt x="41810" y="1066"/>
                      <a:pt x="47170" y="399"/>
                      <a:pt x="52551" y="0"/>
                    </a:cubicBezTo>
                    <a:close/>
                    <a:moveTo>
                      <a:pt x="69034" y="67251"/>
                    </a:moveTo>
                    <a:cubicBezTo>
                      <a:pt x="73501" y="67251"/>
                      <a:pt x="78286" y="66726"/>
                      <a:pt x="82753" y="66305"/>
                    </a:cubicBezTo>
                    <a:cubicBezTo>
                      <a:pt x="86911" y="65886"/>
                      <a:pt x="90995" y="64896"/>
                      <a:pt x="94876" y="63363"/>
                    </a:cubicBezTo>
                    <a:cubicBezTo>
                      <a:pt x="98279" y="62038"/>
                      <a:pt x="101289" y="59867"/>
                      <a:pt x="103597" y="57058"/>
                    </a:cubicBezTo>
                    <a:cubicBezTo>
                      <a:pt x="105830" y="53998"/>
                      <a:pt x="107021" y="50321"/>
                      <a:pt x="107000" y="46550"/>
                    </a:cubicBezTo>
                    <a:cubicBezTo>
                      <a:pt x="107127" y="43879"/>
                      <a:pt x="106617" y="41217"/>
                      <a:pt x="105511" y="38774"/>
                    </a:cubicBezTo>
                    <a:cubicBezTo>
                      <a:pt x="104522" y="36547"/>
                      <a:pt x="103033" y="34570"/>
                      <a:pt x="101151" y="32995"/>
                    </a:cubicBezTo>
                    <a:cubicBezTo>
                      <a:pt x="99268" y="31400"/>
                      <a:pt x="97152" y="30090"/>
                      <a:pt x="94876" y="29107"/>
                    </a:cubicBezTo>
                    <a:cubicBezTo>
                      <a:pt x="92367" y="28079"/>
                      <a:pt x="89772" y="27270"/>
                      <a:pt x="87113" y="26690"/>
                    </a:cubicBezTo>
                    <a:lnTo>
                      <a:pt x="78286" y="25219"/>
                    </a:lnTo>
                    <a:cubicBezTo>
                      <a:pt x="75415" y="25219"/>
                      <a:pt x="72012" y="25219"/>
                      <a:pt x="69034" y="25219"/>
                    </a:cubicBezTo>
                    <a:cubicBezTo>
                      <a:pt x="65993" y="24972"/>
                      <a:pt x="62930" y="24972"/>
                      <a:pt x="59889" y="25219"/>
                    </a:cubicBezTo>
                    <a:cubicBezTo>
                      <a:pt x="56911" y="25505"/>
                      <a:pt x="53965" y="25997"/>
                      <a:pt x="51062" y="26690"/>
                    </a:cubicBezTo>
                    <a:cubicBezTo>
                      <a:pt x="48393" y="27194"/>
                      <a:pt x="45787" y="28005"/>
                      <a:pt x="43299" y="29107"/>
                    </a:cubicBezTo>
                    <a:cubicBezTo>
                      <a:pt x="40959" y="29961"/>
                      <a:pt x="38822" y="31285"/>
                      <a:pt x="37025" y="32995"/>
                    </a:cubicBezTo>
                    <a:cubicBezTo>
                      <a:pt x="35036" y="34461"/>
                      <a:pt x="33515" y="36470"/>
                      <a:pt x="32664" y="38774"/>
                    </a:cubicBezTo>
                    <a:cubicBezTo>
                      <a:pt x="31612" y="41232"/>
                      <a:pt x="31101" y="43883"/>
                      <a:pt x="31176" y="46550"/>
                    </a:cubicBezTo>
                    <a:cubicBezTo>
                      <a:pt x="31346" y="51688"/>
                      <a:pt x="33600" y="56539"/>
                      <a:pt x="37450" y="60001"/>
                    </a:cubicBezTo>
                    <a:cubicBezTo>
                      <a:pt x="39385" y="61575"/>
                      <a:pt x="41534" y="62883"/>
                      <a:pt x="43831" y="63889"/>
                    </a:cubicBezTo>
                    <a:cubicBezTo>
                      <a:pt x="46309" y="65006"/>
                      <a:pt x="48914" y="65818"/>
                      <a:pt x="51594" y="66305"/>
                    </a:cubicBezTo>
                    <a:cubicBezTo>
                      <a:pt x="54465" y="66880"/>
                      <a:pt x="57390" y="67196"/>
                      <a:pt x="60314" y="67251"/>
                    </a:cubicBezTo>
                    <a:cubicBezTo>
                      <a:pt x="63611" y="66726"/>
                      <a:pt x="65951" y="67251"/>
                      <a:pt x="69034" y="67251"/>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 name="Google Shape;112;p3"/>
              <p:cNvSpPr/>
              <p:nvPr/>
            </p:nvSpPr>
            <p:spPr>
              <a:xfrm>
                <a:off x="3008088" y="804480"/>
                <a:ext cx="163027" cy="88477"/>
              </a:xfrm>
              <a:custGeom>
                <a:rect b="b" l="l" r="r" t="t"/>
                <a:pathLst>
                  <a:path extrusionOk="0" h="88477" w="163027">
                    <a:moveTo>
                      <a:pt x="120489" y="0"/>
                    </a:moveTo>
                    <a:lnTo>
                      <a:pt x="163027" y="0"/>
                    </a:lnTo>
                    <a:lnTo>
                      <a:pt x="163027" y="88477"/>
                    </a:lnTo>
                    <a:lnTo>
                      <a:pt x="132825" y="88477"/>
                    </a:lnTo>
                    <a:lnTo>
                      <a:pt x="132825" y="35937"/>
                    </a:lnTo>
                    <a:lnTo>
                      <a:pt x="97838" y="88477"/>
                    </a:lnTo>
                    <a:lnTo>
                      <a:pt x="65296" y="88477"/>
                    </a:lnTo>
                    <a:lnTo>
                      <a:pt x="30202" y="35937"/>
                    </a:lnTo>
                    <a:lnTo>
                      <a:pt x="30202" y="88477"/>
                    </a:lnTo>
                    <a:lnTo>
                      <a:pt x="0" y="88477"/>
                    </a:lnTo>
                    <a:lnTo>
                      <a:pt x="0" y="0"/>
                    </a:lnTo>
                    <a:lnTo>
                      <a:pt x="42538" y="0"/>
                    </a:lnTo>
                    <a:lnTo>
                      <a:pt x="82418" y="63048"/>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sp>
        <p:nvSpPr>
          <p:cNvPr id="113" name="Google Shape;113;p3"/>
          <p:cNvSpPr txBox="1"/>
          <p:nvPr/>
        </p:nvSpPr>
        <p:spPr>
          <a:xfrm>
            <a:off x="1212850" y="4892675"/>
            <a:ext cx="8672830" cy="5404365"/>
          </a:xfrm>
          <a:prstGeom prst="rect">
            <a:avLst/>
          </a:prstGeom>
          <a:noFill/>
          <a:ln>
            <a:noFill/>
          </a:ln>
        </p:spPr>
        <p:txBody>
          <a:bodyPr anchorCtr="0" anchor="t" bIns="0" lIns="0" spcFirstLastPara="1" rIns="0" wrap="square" tIns="15225">
            <a:spAutoFit/>
          </a:bodyPr>
          <a:lstStyle/>
          <a:p>
            <a:pPr indent="0" lvl="0" marL="12700" marR="5080"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We turn waste management and decontamination into a coordinated organism. Robotic arms, mobile scanners, fixed lab instruments — all of them sense, all of them act, all of them feed one central memory.</a:t>
            </a:r>
          </a:p>
          <a:p>
            <a:pPr indent="0" lvl="0" marL="12700" marR="5080"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
            </a:r>
          </a:p>
          <a:p>
            <a:pPr indent="0" lvl="0" marL="12700" marR="5080"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Field instruments train against the lab. The lab pushes corrections back to the field in seconds. The first agent to see a new failure mode immunizes the entire fleet by the next shift.</a:t>
            </a:r>
          </a:p>
          <a:p>
            <a:pPr indent="0" lvl="0" marL="12700" marR="5080"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
            </a:r>
          </a:p>
          <a:p>
            <a:pPr indent="0" lvl="0" marL="12700" marR="5080"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No drum waits on a human to re-derive a rule that the fleet already knows.</a:t>
            </a:r>
          </a:p>
        </p:txBody>
      </p:sp>
      <p:sp>
        <p:nvSpPr>
          <p:cNvPr id="114" name="Google Shape;114;p3"/>
          <p:cNvSpPr txBox="1"/>
          <p:nvPr/>
        </p:nvSpPr>
        <p:spPr>
          <a:xfrm>
            <a:off x="1208619" y="3789254"/>
            <a:ext cx="2224405" cy="40259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2450">
                <a:solidFill>
                  <a:schemeClr val="lt1"/>
                </a:solidFill>
                <a:latin typeface="Ubuntu Mono"/>
                <a:ea typeface="Ubuntu Mono"/>
                <a:cs typeface="Ubuntu Mono"/>
                <a:sym typeface="Ubuntu Mono"/>
              </a:rPr>
              <a:t>The vision</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8" name="Shape 118"/>
        <p:cNvGrpSpPr/>
        <p:nvPr/>
      </p:nvGrpSpPr>
      <p:grpSpPr>
        <a:xfrm>
          <a:off x="0" y="0"/>
          <a:ext cx="0" cy="0"/>
          <a:chOff x="0" y="0"/>
          <a:chExt cx="0" cy="0"/>
        </a:xfrm>
      </p:grpSpPr>
      <p:sp>
        <p:nvSpPr>
          <p:cNvPr id="119" name="Google Shape;119;p4"/>
          <p:cNvSpPr/>
          <p:nvPr/>
        </p:nvSpPr>
        <p:spPr>
          <a:xfrm>
            <a:off x="0" y="0"/>
            <a:ext cx="20104100" cy="1569085"/>
          </a:xfrm>
          <a:custGeom>
            <a:rect b="b" l="l" r="r" t="t"/>
            <a:pathLst>
              <a:path extrusionOk="0" h="1569085" w="20104100">
                <a:moveTo>
                  <a:pt x="20104099" y="0"/>
                </a:moveTo>
                <a:lnTo>
                  <a:pt x="0" y="0"/>
                </a:lnTo>
                <a:lnTo>
                  <a:pt x="0" y="1568538"/>
                </a:lnTo>
                <a:lnTo>
                  <a:pt x="20104099" y="1568538"/>
                </a:lnTo>
                <a:lnTo>
                  <a:pt x="20104099" y="0"/>
                </a:lnTo>
                <a:close/>
              </a:path>
            </a:pathLst>
          </a:custGeom>
          <a:gradFill>
            <a:gsLst>
              <a:gs pos="0">
                <a:srgbClr val="B21A88"/>
              </a:gs>
              <a:gs pos="35000">
                <a:srgbClr val="0997E7"/>
              </a:gs>
              <a:gs pos="67000">
                <a:srgbClr val="00C7B3"/>
              </a:gs>
              <a:gs pos="100000">
                <a:srgbClr val="D5FF6B"/>
              </a:gs>
            </a:gsLst>
            <a:lin ang="0" scaled="0"/>
          </a:gra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0" name="Google Shape;120;p4"/>
          <p:cNvSpPr txBox="1"/>
          <p:nvPr/>
        </p:nvSpPr>
        <p:spPr>
          <a:xfrm>
            <a:off x="18823390" y="614699"/>
            <a:ext cx="276860" cy="32702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 sz="1950">
                <a:solidFill>
                  <a:srgbClr val="FFFFFF"/>
                </a:solidFill>
                <a:latin typeface="Ubuntu Mono"/>
                <a:ea typeface="Ubuntu Mono"/>
                <a:cs typeface="Ubuntu Mono"/>
                <a:sym typeface="Ubuntu Mono"/>
              </a:rPr>
              <a:t>07</a:t>
            </a:r>
          </a:p>
        </p:txBody>
      </p:sp>
      <p:sp>
        <p:nvSpPr>
          <p:cNvPr id="121" name="Google Shape;121;p4"/>
          <p:cNvSpPr/>
          <p:nvPr/>
        </p:nvSpPr>
        <p:spPr>
          <a:xfrm>
            <a:off x="0" y="1566436"/>
            <a:ext cx="20104100" cy="0"/>
          </a:xfrm>
          <a:custGeom>
            <a:rect b="b" l="l" r="r" t="t"/>
            <a:pathLst>
              <a:path extrusionOk="0" h="120000" w="20104100">
                <a:moveTo>
                  <a:pt x="0" y="0"/>
                </a:moveTo>
                <a:lnTo>
                  <a:pt x="20104099" y="0"/>
                </a:lnTo>
              </a:path>
            </a:pathLst>
          </a:custGeom>
          <a:noFill/>
          <a:ln cap="flat" cmpd="sng" w="104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2" name="Google Shape;122;p4"/>
          <p:cNvSpPr txBox="1"/>
          <p:nvPr>
            <p:ph type="title"/>
          </p:nvPr>
        </p:nvSpPr>
        <p:spPr>
          <a:xfrm>
            <a:off x="1225890" y="2550309"/>
            <a:ext cx="17893959" cy="507768"/>
          </a:xfrm>
          <a:prstGeom prst="rect">
            <a:avLst/>
          </a:prstGeom>
          <a:noFill/>
          <a:ln>
            <a:noFill/>
          </a:ln>
        </p:spPr>
        <p:txBody>
          <a:bodyPr anchorCtr="0" anchor="t" bIns="0" lIns="0" spcFirstLastPara="1" rIns="0" wrap="square" tIns="16500">
            <a:spAutoFit/>
          </a:bodyPr>
          <a:lstStyle/>
          <a:p>
            <a:pPr indent="0" lvl="0" marL="12700" rtl="0" algn="l">
              <a:lnSpc>
                <a:spcPct val="150000"/>
              </a:lnSpc>
              <a:spcBef>
                <a:spcPts val="0"/>
              </a:spcBef>
              <a:spcAft>
                <a:spcPts val="0"/>
              </a:spcAft>
              <a:buNone/>
            </a:pPr>
            <a:r>
              <a:rPr b="0" lang="en" sz="2400">
                <a:latin typeface="Arial"/>
                <a:ea typeface="Arial"/>
                <a:cs typeface="Arial"/>
                <a:sym typeface="Arial"/>
              </a:rPr>
              <a:t>82.7% → 97.8% accuracy.  15 → 0 ILW misroutes.  Dose down 32%.  Throughput flat.</a:t>
            </a:r>
          </a:p>
        </p:txBody>
      </p:sp>
      <p:sp>
        <p:nvSpPr>
          <p:cNvPr id="123" name="Google Shape;123;p4"/>
          <p:cNvSpPr txBox="1"/>
          <p:nvPr/>
        </p:nvSpPr>
        <p:spPr>
          <a:xfrm>
            <a:off x="1225891" y="3243622"/>
            <a:ext cx="2224405" cy="40259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2450">
                <a:solidFill>
                  <a:srgbClr val="172440"/>
                </a:solidFill>
                <a:latin typeface="Ubuntu Mono"/>
                <a:ea typeface="Ubuntu Mono"/>
                <a:cs typeface="Ubuntu Mono"/>
                <a:sym typeface="Ubuntu Mono"/>
              </a:rPr>
              <a:t>Results</a:t>
            </a:r>
          </a:p>
        </p:txBody>
      </p:sp>
      <p:grpSp>
        <p:nvGrpSpPr>
          <p:cNvPr id="124" name="Google Shape;124;p4"/>
          <p:cNvGrpSpPr/>
          <p:nvPr/>
        </p:nvGrpSpPr>
        <p:grpSpPr>
          <a:xfrm>
            <a:off x="1212850" y="396875"/>
            <a:ext cx="1949727" cy="770707"/>
            <a:chOff x="679450" y="-898525"/>
            <a:chExt cx="1949727" cy="770707"/>
          </a:xfrm>
        </p:grpSpPr>
        <p:sp>
          <p:nvSpPr>
            <p:cNvPr id="125" name="Google Shape;125;p4"/>
            <p:cNvSpPr/>
            <p:nvPr/>
          </p:nvSpPr>
          <p:spPr>
            <a:xfrm>
              <a:off x="679450" y="-898525"/>
              <a:ext cx="764256" cy="770707"/>
            </a:xfrm>
            <a:custGeom>
              <a:rect b="b" l="l" r="r" t="t"/>
              <a:pathLst>
                <a:path extrusionOk="0" h="770707" w="764256">
                  <a:moveTo>
                    <a:pt x="430053" y="376514"/>
                  </a:moveTo>
                  <a:cubicBezTo>
                    <a:pt x="410592" y="366846"/>
                    <a:pt x="391237" y="358125"/>
                    <a:pt x="371244" y="348983"/>
                  </a:cubicBezTo>
                  <a:cubicBezTo>
                    <a:pt x="351252" y="339841"/>
                    <a:pt x="331365" y="331539"/>
                    <a:pt x="311478" y="323343"/>
                  </a:cubicBezTo>
                  <a:cubicBezTo>
                    <a:pt x="308501" y="321872"/>
                    <a:pt x="305098" y="320926"/>
                    <a:pt x="302226" y="319455"/>
                  </a:cubicBezTo>
                  <a:cubicBezTo>
                    <a:pt x="293931" y="316093"/>
                    <a:pt x="285211" y="312730"/>
                    <a:pt x="275002" y="308947"/>
                  </a:cubicBezTo>
                  <a:cubicBezTo>
                    <a:pt x="274470" y="311364"/>
                    <a:pt x="273513" y="314201"/>
                    <a:pt x="273088" y="316618"/>
                  </a:cubicBezTo>
                  <a:cubicBezTo>
                    <a:pt x="278830" y="320086"/>
                    <a:pt x="284679" y="323448"/>
                    <a:pt x="291060" y="327126"/>
                  </a:cubicBezTo>
                  <a:cubicBezTo>
                    <a:pt x="297441" y="330804"/>
                    <a:pt x="302758" y="333431"/>
                    <a:pt x="306587" y="335848"/>
                  </a:cubicBezTo>
                  <a:cubicBezTo>
                    <a:pt x="317009" y="341929"/>
                    <a:pt x="326651" y="349233"/>
                    <a:pt x="335300" y="357599"/>
                  </a:cubicBezTo>
                  <a:cubicBezTo>
                    <a:pt x="335766" y="358379"/>
                    <a:pt x="336424" y="359030"/>
                    <a:pt x="337214" y="359491"/>
                  </a:cubicBezTo>
                  <a:cubicBezTo>
                    <a:pt x="345107" y="369677"/>
                    <a:pt x="350758" y="381381"/>
                    <a:pt x="353804" y="393852"/>
                  </a:cubicBezTo>
                  <a:cubicBezTo>
                    <a:pt x="353615" y="394325"/>
                    <a:pt x="353615" y="394850"/>
                    <a:pt x="353804" y="395323"/>
                  </a:cubicBezTo>
                  <a:lnTo>
                    <a:pt x="353804" y="396269"/>
                  </a:lnTo>
                  <a:cubicBezTo>
                    <a:pt x="356805" y="413079"/>
                    <a:pt x="354773" y="430391"/>
                    <a:pt x="347955" y="446076"/>
                  </a:cubicBezTo>
                  <a:cubicBezTo>
                    <a:pt x="344491" y="453269"/>
                    <a:pt x="340248" y="460069"/>
                    <a:pt x="335300" y="466357"/>
                  </a:cubicBezTo>
                  <a:cubicBezTo>
                    <a:pt x="335300" y="466357"/>
                    <a:pt x="335300" y="466357"/>
                    <a:pt x="335300" y="467408"/>
                  </a:cubicBezTo>
                  <a:lnTo>
                    <a:pt x="334343" y="468353"/>
                  </a:lnTo>
                  <a:cubicBezTo>
                    <a:pt x="333811" y="469299"/>
                    <a:pt x="332854" y="469825"/>
                    <a:pt x="332322" y="470770"/>
                  </a:cubicBezTo>
                  <a:cubicBezTo>
                    <a:pt x="320309" y="483502"/>
                    <a:pt x="304525" y="492147"/>
                    <a:pt x="287232" y="495464"/>
                  </a:cubicBezTo>
                  <a:cubicBezTo>
                    <a:pt x="278084" y="493655"/>
                    <a:pt x="269240" y="490577"/>
                    <a:pt x="260964" y="486322"/>
                  </a:cubicBezTo>
                  <a:cubicBezTo>
                    <a:pt x="204748" y="458307"/>
                    <a:pt x="182159" y="390566"/>
                    <a:pt x="210511" y="335019"/>
                  </a:cubicBezTo>
                  <a:cubicBezTo>
                    <a:pt x="213286" y="329583"/>
                    <a:pt x="216502" y="324377"/>
                    <a:pt x="220128" y="319455"/>
                  </a:cubicBezTo>
                  <a:lnTo>
                    <a:pt x="224488" y="313676"/>
                  </a:lnTo>
                  <a:cubicBezTo>
                    <a:pt x="264963" y="266173"/>
                    <a:pt x="336747" y="260087"/>
                    <a:pt x="384822" y="300081"/>
                  </a:cubicBezTo>
                  <a:cubicBezTo>
                    <a:pt x="388636" y="303254"/>
                    <a:pt x="392236" y="306672"/>
                    <a:pt x="395598" y="310313"/>
                  </a:cubicBezTo>
                  <a:lnTo>
                    <a:pt x="399001" y="307371"/>
                  </a:lnTo>
                  <a:cubicBezTo>
                    <a:pt x="375670" y="279546"/>
                    <a:pt x="340812" y="263697"/>
                    <a:pt x="304247" y="264288"/>
                  </a:cubicBezTo>
                  <a:cubicBezTo>
                    <a:pt x="286564" y="264363"/>
                    <a:pt x="269122" y="268349"/>
                    <a:pt x="253201" y="275952"/>
                  </a:cubicBezTo>
                  <a:cubicBezTo>
                    <a:pt x="277980" y="244428"/>
                    <a:pt x="304247" y="213535"/>
                    <a:pt x="330940" y="183587"/>
                  </a:cubicBezTo>
                  <a:cubicBezTo>
                    <a:pt x="377093" y="133254"/>
                    <a:pt x="503963" y="3165"/>
                    <a:pt x="572981" y="9470"/>
                  </a:cubicBezTo>
                  <a:cubicBezTo>
                    <a:pt x="636789" y="19978"/>
                    <a:pt x="573513" y="166144"/>
                    <a:pt x="556498" y="200925"/>
                  </a:cubicBezTo>
                  <a:lnTo>
                    <a:pt x="562772" y="203867"/>
                  </a:lnTo>
                  <a:cubicBezTo>
                    <a:pt x="575556" y="177226"/>
                    <a:pt x="586534" y="149774"/>
                    <a:pt x="595633" y="121695"/>
                  </a:cubicBezTo>
                  <a:cubicBezTo>
                    <a:pt x="606267" y="86808"/>
                    <a:pt x="627537" y="9995"/>
                    <a:pt x="574364" y="328"/>
                  </a:cubicBezTo>
                  <a:cubicBezTo>
                    <a:pt x="544800" y="-2615"/>
                    <a:pt x="513747" y="14829"/>
                    <a:pt x="489288" y="29750"/>
                  </a:cubicBezTo>
                  <a:cubicBezTo>
                    <a:pt x="452194" y="54199"/>
                    <a:pt x="417388" y="81875"/>
                    <a:pt x="385282" y="112448"/>
                  </a:cubicBezTo>
                  <a:cubicBezTo>
                    <a:pt x="327232" y="167838"/>
                    <a:pt x="273582" y="227560"/>
                    <a:pt x="224807" y="291084"/>
                  </a:cubicBezTo>
                  <a:cubicBezTo>
                    <a:pt x="161000" y="270068"/>
                    <a:pt x="24453" y="230663"/>
                    <a:pt x="2652" y="274691"/>
                  </a:cubicBezTo>
                  <a:cubicBezTo>
                    <a:pt x="-6175" y="292975"/>
                    <a:pt x="7012" y="319140"/>
                    <a:pt x="42531" y="353501"/>
                  </a:cubicBezTo>
                  <a:cubicBezTo>
                    <a:pt x="85717" y="392765"/>
                    <a:pt x="132944" y="427455"/>
                    <a:pt x="183439" y="457005"/>
                  </a:cubicBezTo>
                  <a:cubicBezTo>
                    <a:pt x="200029" y="467513"/>
                    <a:pt x="217044" y="477285"/>
                    <a:pt x="235016" y="486953"/>
                  </a:cubicBezTo>
                  <a:cubicBezTo>
                    <a:pt x="242867" y="492580"/>
                    <a:pt x="251363" y="497270"/>
                    <a:pt x="260326" y="500928"/>
                  </a:cubicBezTo>
                  <a:cubicBezTo>
                    <a:pt x="265112" y="503345"/>
                    <a:pt x="269578" y="505762"/>
                    <a:pt x="274896" y="508704"/>
                  </a:cubicBezTo>
                  <a:cubicBezTo>
                    <a:pt x="293400" y="518371"/>
                    <a:pt x="312329" y="528039"/>
                    <a:pt x="331259" y="537286"/>
                  </a:cubicBezTo>
                  <a:cubicBezTo>
                    <a:pt x="306480" y="566708"/>
                    <a:pt x="280745" y="595290"/>
                    <a:pt x="253946" y="622400"/>
                  </a:cubicBezTo>
                  <a:cubicBezTo>
                    <a:pt x="207898" y="668636"/>
                    <a:pt x="159617" y="714030"/>
                    <a:pt x="102404" y="745554"/>
                  </a:cubicBezTo>
                  <a:cubicBezTo>
                    <a:pt x="45509" y="775502"/>
                    <a:pt x="10734" y="764363"/>
                    <a:pt x="20731" y="695221"/>
                  </a:cubicBezTo>
                  <a:cubicBezTo>
                    <a:pt x="30147" y="647236"/>
                    <a:pt x="46327" y="600794"/>
                    <a:pt x="68799" y="557251"/>
                  </a:cubicBezTo>
                  <a:lnTo>
                    <a:pt x="61992" y="553888"/>
                  </a:lnTo>
                  <a:cubicBezTo>
                    <a:pt x="47186" y="583432"/>
                    <a:pt x="34534" y="613983"/>
                    <a:pt x="24134" y="645308"/>
                  </a:cubicBezTo>
                  <a:cubicBezTo>
                    <a:pt x="14882" y="675256"/>
                    <a:pt x="4141" y="713925"/>
                    <a:pt x="14350" y="744924"/>
                  </a:cubicBezTo>
                  <a:cubicBezTo>
                    <a:pt x="29451" y="785590"/>
                    <a:pt x="78157" y="769617"/>
                    <a:pt x="107296" y="754591"/>
                  </a:cubicBezTo>
                  <a:cubicBezTo>
                    <a:pt x="186523" y="712034"/>
                    <a:pt x="272556" y="626394"/>
                    <a:pt x="343063" y="543275"/>
                  </a:cubicBezTo>
                  <a:cubicBezTo>
                    <a:pt x="430897" y="586756"/>
                    <a:pt x="522920" y="621432"/>
                    <a:pt x="617753" y="646779"/>
                  </a:cubicBezTo>
                  <a:cubicBezTo>
                    <a:pt x="647431" y="654749"/>
                    <a:pt x="677942" y="659298"/>
                    <a:pt x="708678" y="660334"/>
                  </a:cubicBezTo>
                  <a:cubicBezTo>
                    <a:pt x="742708" y="660334"/>
                    <a:pt x="756852" y="650667"/>
                    <a:pt x="761851" y="639949"/>
                  </a:cubicBezTo>
                  <a:cubicBezTo>
                    <a:pt x="787054" y="585938"/>
                    <a:pt x="609990" y="464045"/>
                    <a:pt x="430053" y="376514"/>
                  </a:cubicBezTo>
                  <a:close/>
                  <a:moveTo>
                    <a:pt x="212790" y="307371"/>
                  </a:moveTo>
                  <a:cubicBezTo>
                    <a:pt x="187352" y="337222"/>
                    <a:pt x="177621" y="377164"/>
                    <a:pt x="186523" y="415183"/>
                  </a:cubicBezTo>
                  <a:cubicBezTo>
                    <a:pt x="189364" y="428593"/>
                    <a:pt x="194662" y="441378"/>
                    <a:pt x="202156" y="452907"/>
                  </a:cubicBezTo>
                  <a:cubicBezTo>
                    <a:pt x="201198" y="452907"/>
                    <a:pt x="200667" y="451961"/>
                    <a:pt x="199710" y="451436"/>
                  </a:cubicBezTo>
                  <a:cubicBezTo>
                    <a:pt x="117079" y="375568"/>
                    <a:pt x="68373" y="304008"/>
                    <a:pt x="80071" y="269647"/>
                  </a:cubicBezTo>
                  <a:cubicBezTo>
                    <a:pt x="126596" y="276016"/>
                    <a:pt x="172347" y="287036"/>
                    <a:pt x="216618" y="302537"/>
                  </a:cubicBezTo>
                  <a:cubicBezTo>
                    <a:pt x="215236" y="304008"/>
                    <a:pt x="214173" y="305900"/>
                    <a:pt x="212790" y="307371"/>
                  </a:cubicBezTo>
                  <a:close/>
                  <a:moveTo>
                    <a:pt x="306587" y="509965"/>
                  </a:moveTo>
                  <a:lnTo>
                    <a:pt x="309032" y="509965"/>
                  </a:lnTo>
                  <a:cubicBezTo>
                    <a:pt x="328276" y="509940"/>
                    <a:pt x="347247" y="505478"/>
                    <a:pt x="364438" y="496935"/>
                  </a:cubicBezTo>
                  <a:cubicBezTo>
                    <a:pt x="356675" y="507443"/>
                    <a:pt x="348380" y="516795"/>
                    <a:pt x="340192" y="526883"/>
                  </a:cubicBezTo>
                  <a:cubicBezTo>
                    <a:pt x="328919" y="521629"/>
                    <a:pt x="317753" y="515850"/>
                    <a:pt x="306587" y="509965"/>
                  </a:cubicBezTo>
                  <a:close/>
                  <a:moveTo>
                    <a:pt x="404211" y="466462"/>
                  </a:moveTo>
                  <a:cubicBezTo>
                    <a:pt x="408056" y="462181"/>
                    <a:pt x="411608" y="457652"/>
                    <a:pt x="414846" y="452907"/>
                  </a:cubicBezTo>
                  <a:cubicBezTo>
                    <a:pt x="417824" y="449019"/>
                    <a:pt x="420695" y="445236"/>
                    <a:pt x="423141" y="441348"/>
                  </a:cubicBezTo>
                  <a:lnTo>
                    <a:pt x="440156" y="417600"/>
                  </a:lnTo>
                  <a:cubicBezTo>
                    <a:pt x="542248" y="501664"/>
                    <a:pt x="607437" y="586883"/>
                    <a:pt x="600631" y="627760"/>
                  </a:cubicBezTo>
                  <a:cubicBezTo>
                    <a:pt x="514759" y="603215"/>
                    <a:pt x="431240" y="571253"/>
                    <a:pt x="351039" y="532242"/>
                  </a:cubicBezTo>
                  <a:cubicBezTo>
                    <a:pt x="370287" y="509965"/>
                    <a:pt x="387834" y="487793"/>
                    <a:pt x="404211" y="466462"/>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grpSp>
          <p:nvGrpSpPr>
            <p:cNvPr id="126" name="Google Shape;126;p4"/>
            <p:cNvGrpSpPr/>
            <p:nvPr/>
          </p:nvGrpSpPr>
          <p:grpSpPr>
            <a:xfrm>
              <a:off x="1498298" y="-648002"/>
              <a:ext cx="1130879" cy="242125"/>
              <a:chOff x="2040236" y="652325"/>
              <a:chExt cx="1130879" cy="242125"/>
            </a:xfrm>
          </p:grpSpPr>
          <p:sp>
            <p:nvSpPr>
              <p:cNvPr id="127" name="Google Shape;127;p4"/>
              <p:cNvSpPr/>
              <p:nvPr/>
            </p:nvSpPr>
            <p:spPr>
              <a:xfrm>
                <a:off x="2040236" y="652510"/>
                <a:ext cx="122194" cy="89973"/>
              </a:xfrm>
              <a:custGeom>
                <a:rect b="b" l="l" r="r" t="t"/>
                <a:pathLst>
                  <a:path extrusionOk="0" h="89973" w="122194">
                    <a:moveTo>
                      <a:pt x="69234" y="22827"/>
                    </a:moveTo>
                    <a:cubicBezTo>
                      <a:pt x="66140" y="22755"/>
                      <a:pt x="63047" y="22930"/>
                      <a:pt x="59982" y="23353"/>
                    </a:cubicBezTo>
                    <a:cubicBezTo>
                      <a:pt x="56579" y="23878"/>
                      <a:pt x="54133" y="23878"/>
                      <a:pt x="51262" y="24298"/>
                    </a:cubicBezTo>
                    <a:cubicBezTo>
                      <a:pt x="48600" y="24850"/>
                      <a:pt x="46000" y="25660"/>
                      <a:pt x="43499" y="26715"/>
                    </a:cubicBezTo>
                    <a:cubicBezTo>
                      <a:pt x="41204" y="27721"/>
                      <a:pt x="39058" y="29029"/>
                      <a:pt x="37118" y="30603"/>
                    </a:cubicBezTo>
                    <a:cubicBezTo>
                      <a:pt x="35156" y="32098"/>
                      <a:pt x="33647" y="34097"/>
                      <a:pt x="32758" y="36382"/>
                    </a:cubicBezTo>
                    <a:cubicBezTo>
                      <a:pt x="31859" y="38905"/>
                      <a:pt x="31218" y="41510"/>
                      <a:pt x="30843" y="44158"/>
                    </a:cubicBezTo>
                    <a:cubicBezTo>
                      <a:pt x="30918" y="47159"/>
                      <a:pt x="31568" y="50119"/>
                      <a:pt x="32758" y="52880"/>
                    </a:cubicBezTo>
                    <a:cubicBezTo>
                      <a:pt x="34041" y="55230"/>
                      <a:pt x="35908" y="57218"/>
                      <a:pt x="38181" y="58659"/>
                    </a:cubicBezTo>
                    <a:cubicBezTo>
                      <a:pt x="40411" y="60259"/>
                      <a:pt x="42842" y="61566"/>
                      <a:pt x="45413" y="62547"/>
                    </a:cubicBezTo>
                    <a:cubicBezTo>
                      <a:pt x="47962" y="63545"/>
                      <a:pt x="50595" y="64318"/>
                      <a:pt x="53282" y="64859"/>
                    </a:cubicBezTo>
                    <a:cubicBezTo>
                      <a:pt x="56155" y="65434"/>
                      <a:pt x="59073" y="65750"/>
                      <a:pt x="62003" y="65805"/>
                    </a:cubicBezTo>
                    <a:lnTo>
                      <a:pt x="85186" y="65805"/>
                    </a:lnTo>
                    <a:cubicBezTo>
                      <a:pt x="87206" y="65805"/>
                      <a:pt x="89652" y="65805"/>
                      <a:pt x="91992" y="65805"/>
                    </a:cubicBezTo>
                    <a:lnTo>
                      <a:pt x="91992" y="43108"/>
                    </a:lnTo>
                    <a:lnTo>
                      <a:pt x="122194" y="43108"/>
                    </a:lnTo>
                    <a:lnTo>
                      <a:pt x="122194" y="83773"/>
                    </a:lnTo>
                    <a:cubicBezTo>
                      <a:pt x="117302" y="85140"/>
                      <a:pt x="112410" y="86190"/>
                      <a:pt x="107625" y="87136"/>
                    </a:cubicBezTo>
                    <a:cubicBezTo>
                      <a:pt x="102949" y="88024"/>
                      <a:pt x="98227" y="88656"/>
                      <a:pt x="93481" y="89027"/>
                    </a:cubicBezTo>
                    <a:cubicBezTo>
                      <a:pt x="88823" y="89600"/>
                      <a:pt x="84136" y="89916"/>
                      <a:pt x="79443" y="89973"/>
                    </a:cubicBezTo>
                    <a:lnTo>
                      <a:pt x="63917" y="89973"/>
                    </a:lnTo>
                    <a:cubicBezTo>
                      <a:pt x="58600" y="89973"/>
                      <a:pt x="53282" y="89973"/>
                      <a:pt x="48390" y="89973"/>
                    </a:cubicBezTo>
                    <a:cubicBezTo>
                      <a:pt x="43288" y="89663"/>
                      <a:pt x="38230" y="88854"/>
                      <a:pt x="33289" y="87556"/>
                    </a:cubicBezTo>
                    <a:cubicBezTo>
                      <a:pt x="28738" y="86505"/>
                      <a:pt x="24342" y="84880"/>
                      <a:pt x="20209" y="82723"/>
                    </a:cubicBezTo>
                    <a:cubicBezTo>
                      <a:pt x="16185" y="80659"/>
                      <a:pt x="12580" y="77881"/>
                      <a:pt x="9574" y="74526"/>
                    </a:cubicBezTo>
                    <a:cubicBezTo>
                      <a:pt x="6521" y="70910"/>
                      <a:pt x="4078" y="66829"/>
                      <a:pt x="2343" y="62442"/>
                    </a:cubicBezTo>
                    <a:cubicBezTo>
                      <a:pt x="455" y="56827"/>
                      <a:pt x="-304" y="50901"/>
                      <a:pt x="110" y="44999"/>
                    </a:cubicBezTo>
                    <a:cubicBezTo>
                      <a:pt x="52" y="39270"/>
                      <a:pt x="877" y="33565"/>
                      <a:pt x="2556" y="28081"/>
                    </a:cubicBezTo>
                    <a:cubicBezTo>
                      <a:pt x="3873" y="23505"/>
                      <a:pt x="6364" y="19343"/>
                      <a:pt x="9787" y="15997"/>
                    </a:cubicBezTo>
                    <a:cubicBezTo>
                      <a:pt x="12792" y="12643"/>
                      <a:pt x="16398" y="9865"/>
                      <a:pt x="20422" y="7801"/>
                    </a:cubicBezTo>
                    <a:cubicBezTo>
                      <a:pt x="24555" y="5643"/>
                      <a:pt x="28950" y="4019"/>
                      <a:pt x="33502" y="2967"/>
                    </a:cubicBezTo>
                    <a:cubicBezTo>
                      <a:pt x="38394" y="2021"/>
                      <a:pt x="43286" y="1076"/>
                      <a:pt x="48178" y="550"/>
                    </a:cubicBezTo>
                    <a:cubicBezTo>
                      <a:pt x="53411" y="106"/>
                      <a:pt x="58664" y="-70"/>
                      <a:pt x="63917" y="25"/>
                    </a:cubicBezTo>
                    <a:lnTo>
                      <a:pt x="68809" y="25"/>
                    </a:lnTo>
                    <a:cubicBezTo>
                      <a:pt x="77840" y="125"/>
                      <a:pt x="86857" y="722"/>
                      <a:pt x="95820" y="1811"/>
                    </a:cubicBezTo>
                    <a:cubicBezTo>
                      <a:pt x="104709" y="2889"/>
                      <a:pt x="113494" y="4681"/>
                      <a:pt x="122088" y="7170"/>
                    </a:cubicBezTo>
                    <a:lnTo>
                      <a:pt x="122088" y="30813"/>
                    </a:lnTo>
                    <a:cubicBezTo>
                      <a:pt x="119389" y="29927"/>
                      <a:pt x="116612" y="29294"/>
                      <a:pt x="113793" y="28922"/>
                    </a:cubicBezTo>
                    <a:lnTo>
                      <a:pt x="105072" y="27451"/>
                    </a:lnTo>
                    <a:cubicBezTo>
                      <a:pt x="102192" y="26934"/>
                      <a:pt x="99278" y="26617"/>
                      <a:pt x="96352" y="26505"/>
                    </a:cubicBezTo>
                    <a:cubicBezTo>
                      <a:pt x="93608" y="26085"/>
                      <a:pt x="90833" y="25909"/>
                      <a:pt x="88057" y="25980"/>
                    </a:cubicBezTo>
                    <a:cubicBezTo>
                      <a:pt x="81997" y="23932"/>
                      <a:pt x="75639" y="22867"/>
                      <a:pt x="69234" y="22827"/>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28" name="Google Shape;128;p4"/>
              <p:cNvSpPr/>
              <p:nvPr/>
            </p:nvSpPr>
            <p:spPr>
              <a:xfrm>
                <a:off x="2177531" y="653586"/>
                <a:ext cx="105069" cy="88477"/>
              </a:xfrm>
              <a:custGeom>
                <a:rect b="b" l="l" r="r" t="t"/>
                <a:pathLst>
                  <a:path extrusionOk="0" h="88477" w="105069">
                    <a:moveTo>
                      <a:pt x="105069" y="64729"/>
                    </a:moveTo>
                    <a:lnTo>
                      <a:pt x="105069" y="88477"/>
                    </a:lnTo>
                    <a:lnTo>
                      <a:pt x="0" y="88477"/>
                    </a:lnTo>
                    <a:lnTo>
                      <a:pt x="0" y="0"/>
                    </a:lnTo>
                    <a:lnTo>
                      <a:pt x="30202" y="0"/>
                    </a:lnTo>
                    <a:lnTo>
                      <a:pt x="30202" y="6472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29" name="Google Shape;129;p4"/>
              <p:cNvSpPr/>
              <p:nvPr/>
            </p:nvSpPr>
            <p:spPr>
              <a:xfrm>
                <a:off x="2287903" y="652325"/>
                <a:ext cx="138072" cy="91223"/>
              </a:xfrm>
              <a:custGeom>
                <a:rect b="b" l="l" r="r" t="t"/>
                <a:pathLst>
                  <a:path extrusionOk="0" h="91223" w="138072">
                    <a:moveTo>
                      <a:pt x="69033" y="210"/>
                    </a:moveTo>
                    <a:lnTo>
                      <a:pt x="85623" y="210"/>
                    </a:lnTo>
                    <a:cubicBezTo>
                      <a:pt x="90940" y="736"/>
                      <a:pt x="96257" y="1261"/>
                      <a:pt x="101681" y="2207"/>
                    </a:cubicBezTo>
                    <a:cubicBezTo>
                      <a:pt x="106498" y="3148"/>
                      <a:pt x="111209" y="4592"/>
                      <a:pt x="115718" y="6515"/>
                    </a:cubicBezTo>
                    <a:cubicBezTo>
                      <a:pt x="120100" y="8549"/>
                      <a:pt x="124067" y="11363"/>
                      <a:pt x="127416" y="14816"/>
                    </a:cubicBezTo>
                    <a:cubicBezTo>
                      <a:pt x="130851" y="18411"/>
                      <a:pt x="133489" y="22668"/>
                      <a:pt x="135180" y="27321"/>
                    </a:cubicBezTo>
                    <a:cubicBezTo>
                      <a:pt x="137253" y="33228"/>
                      <a:pt x="138232" y="39459"/>
                      <a:pt x="138051" y="45710"/>
                    </a:cubicBezTo>
                    <a:cubicBezTo>
                      <a:pt x="138200" y="51788"/>
                      <a:pt x="137221" y="57840"/>
                      <a:pt x="135180" y="63573"/>
                    </a:cubicBezTo>
                    <a:cubicBezTo>
                      <a:pt x="133499" y="68258"/>
                      <a:pt x="130851" y="72550"/>
                      <a:pt x="127416" y="76183"/>
                    </a:cubicBezTo>
                    <a:cubicBezTo>
                      <a:pt x="124067" y="79603"/>
                      <a:pt x="120100" y="82383"/>
                      <a:pt x="115718" y="84379"/>
                    </a:cubicBezTo>
                    <a:cubicBezTo>
                      <a:pt x="111146" y="86288"/>
                      <a:pt x="106456" y="87902"/>
                      <a:pt x="101681" y="89213"/>
                    </a:cubicBezTo>
                    <a:cubicBezTo>
                      <a:pt x="96459" y="90659"/>
                      <a:pt x="91046" y="91332"/>
                      <a:pt x="85623" y="91209"/>
                    </a:cubicBezTo>
                    <a:cubicBezTo>
                      <a:pt x="80199" y="91209"/>
                      <a:pt x="74988" y="91209"/>
                      <a:pt x="69033" y="91209"/>
                    </a:cubicBezTo>
                    <a:cubicBezTo>
                      <a:pt x="63078" y="91209"/>
                      <a:pt x="58398" y="91209"/>
                      <a:pt x="52549" y="91209"/>
                    </a:cubicBezTo>
                    <a:cubicBezTo>
                      <a:pt x="46700" y="91209"/>
                      <a:pt x="41915" y="90159"/>
                      <a:pt x="36491" y="89213"/>
                    </a:cubicBezTo>
                    <a:cubicBezTo>
                      <a:pt x="31536" y="88417"/>
                      <a:pt x="26750" y="86782"/>
                      <a:pt x="22347" y="84379"/>
                    </a:cubicBezTo>
                    <a:cubicBezTo>
                      <a:pt x="13255" y="80252"/>
                      <a:pt x="6247" y="72673"/>
                      <a:pt x="2886" y="63363"/>
                    </a:cubicBezTo>
                    <a:cubicBezTo>
                      <a:pt x="844" y="57630"/>
                      <a:pt x="-134" y="51577"/>
                      <a:pt x="15" y="45500"/>
                    </a:cubicBezTo>
                    <a:cubicBezTo>
                      <a:pt x="-123" y="39252"/>
                      <a:pt x="855" y="33029"/>
                      <a:pt x="2886" y="27111"/>
                    </a:cubicBezTo>
                    <a:cubicBezTo>
                      <a:pt x="4545" y="22422"/>
                      <a:pt x="7236" y="18153"/>
                      <a:pt x="10756" y="14606"/>
                    </a:cubicBezTo>
                    <a:cubicBezTo>
                      <a:pt x="14074" y="11156"/>
                      <a:pt x="17998" y="8342"/>
                      <a:pt x="22347" y="6305"/>
                    </a:cubicBezTo>
                    <a:cubicBezTo>
                      <a:pt x="26888" y="4367"/>
                      <a:pt x="31631" y="2922"/>
                      <a:pt x="36491" y="1997"/>
                    </a:cubicBezTo>
                    <a:cubicBezTo>
                      <a:pt x="41808" y="1066"/>
                      <a:pt x="47168" y="399"/>
                      <a:pt x="52549" y="0"/>
                    </a:cubicBezTo>
                    <a:close/>
                    <a:moveTo>
                      <a:pt x="69033" y="67461"/>
                    </a:moveTo>
                    <a:cubicBezTo>
                      <a:pt x="73584" y="67408"/>
                      <a:pt x="78125" y="67092"/>
                      <a:pt x="82645" y="66516"/>
                    </a:cubicBezTo>
                    <a:cubicBezTo>
                      <a:pt x="86835" y="66095"/>
                      <a:pt x="90951" y="65105"/>
                      <a:pt x="94875" y="63573"/>
                    </a:cubicBezTo>
                    <a:cubicBezTo>
                      <a:pt x="98310" y="62346"/>
                      <a:pt x="101330" y="60199"/>
                      <a:pt x="103595" y="57374"/>
                    </a:cubicBezTo>
                    <a:cubicBezTo>
                      <a:pt x="105924" y="54126"/>
                      <a:pt x="107126" y="50216"/>
                      <a:pt x="106998" y="46235"/>
                    </a:cubicBezTo>
                    <a:cubicBezTo>
                      <a:pt x="107073" y="43568"/>
                      <a:pt x="106562" y="40917"/>
                      <a:pt x="105509" y="38459"/>
                    </a:cubicBezTo>
                    <a:cubicBezTo>
                      <a:pt x="104478" y="36253"/>
                      <a:pt x="102999" y="34283"/>
                      <a:pt x="101149" y="32680"/>
                    </a:cubicBezTo>
                    <a:cubicBezTo>
                      <a:pt x="99246" y="31107"/>
                      <a:pt x="97140" y="29799"/>
                      <a:pt x="94875" y="28792"/>
                    </a:cubicBezTo>
                    <a:cubicBezTo>
                      <a:pt x="92312" y="27796"/>
                      <a:pt x="89685" y="26988"/>
                      <a:pt x="87005" y="26375"/>
                    </a:cubicBezTo>
                    <a:lnTo>
                      <a:pt x="78285" y="24904"/>
                    </a:lnTo>
                    <a:cubicBezTo>
                      <a:pt x="75414" y="24904"/>
                      <a:pt x="72011" y="24904"/>
                      <a:pt x="69033" y="24904"/>
                    </a:cubicBezTo>
                    <a:cubicBezTo>
                      <a:pt x="65949" y="24706"/>
                      <a:pt x="62865" y="24706"/>
                      <a:pt x="59781" y="24904"/>
                    </a:cubicBezTo>
                    <a:cubicBezTo>
                      <a:pt x="56835" y="25154"/>
                      <a:pt x="53921" y="25646"/>
                      <a:pt x="51061" y="26375"/>
                    </a:cubicBezTo>
                    <a:cubicBezTo>
                      <a:pt x="48189" y="27321"/>
                      <a:pt x="45743" y="27846"/>
                      <a:pt x="43297" y="28792"/>
                    </a:cubicBezTo>
                    <a:cubicBezTo>
                      <a:pt x="40958" y="29646"/>
                      <a:pt x="38820" y="30970"/>
                      <a:pt x="37023" y="32680"/>
                    </a:cubicBezTo>
                    <a:cubicBezTo>
                      <a:pt x="35002" y="34140"/>
                      <a:pt x="33450" y="36147"/>
                      <a:pt x="32556" y="38459"/>
                    </a:cubicBezTo>
                    <a:cubicBezTo>
                      <a:pt x="31599" y="40941"/>
                      <a:pt x="31131" y="43580"/>
                      <a:pt x="31174" y="46235"/>
                    </a:cubicBezTo>
                    <a:cubicBezTo>
                      <a:pt x="30983" y="48927"/>
                      <a:pt x="31652" y="51612"/>
                      <a:pt x="33088" y="53906"/>
                    </a:cubicBezTo>
                    <a:cubicBezTo>
                      <a:pt x="33971" y="56222"/>
                      <a:pt x="35481" y="58255"/>
                      <a:pt x="37448" y="59790"/>
                    </a:cubicBezTo>
                    <a:cubicBezTo>
                      <a:pt x="39384" y="61293"/>
                      <a:pt x="41489" y="62564"/>
                      <a:pt x="43723" y="63573"/>
                    </a:cubicBezTo>
                    <a:cubicBezTo>
                      <a:pt x="46222" y="64737"/>
                      <a:pt x="48870" y="65550"/>
                      <a:pt x="51592" y="65990"/>
                    </a:cubicBezTo>
                    <a:cubicBezTo>
                      <a:pt x="54464" y="66599"/>
                      <a:pt x="57377" y="66951"/>
                      <a:pt x="60313" y="67041"/>
                    </a:cubicBezTo>
                    <a:cubicBezTo>
                      <a:pt x="63184" y="67041"/>
                      <a:pt x="66162" y="67461"/>
                      <a:pt x="69033" y="67461"/>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30" name="Google Shape;130;p4"/>
              <p:cNvSpPr/>
              <p:nvPr/>
            </p:nvSpPr>
            <p:spPr>
              <a:xfrm>
                <a:off x="2440948" y="653567"/>
                <a:ext cx="120509" cy="88503"/>
              </a:xfrm>
              <a:custGeom>
                <a:rect b="b" l="l" r="r" t="t"/>
                <a:pathLst>
                  <a:path extrusionOk="0" h="88503" w="120509">
                    <a:moveTo>
                      <a:pt x="120489" y="63802"/>
                    </a:moveTo>
                    <a:cubicBezTo>
                      <a:pt x="120638" y="67129"/>
                      <a:pt x="119979" y="70442"/>
                      <a:pt x="118575" y="73469"/>
                    </a:cubicBezTo>
                    <a:cubicBezTo>
                      <a:pt x="117373" y="76400"/>
                      <a:pt x="115565" y="79049"/>
                      <a:pt x="113258" y="81245"/>
                    </a:cubicBezTo>
                    <a:cubicBezTo>
                      <a:pt x="110865" y="83268"/>
                      <a:pt x="108270" y="85030"/>
                      <a:pt x="105494" y="86499"/>
                    </a:cubicBezTo>
                    <a:cubicBezTo>
                      <a:pt x="102432" y="87904"/>
                      <a:pt x="99082" y="88587"/>
                      <a:pt x="95711" y="88496"/>
                    </a:cubicBezTo>
                    <a:lnTo>
                      <a:pt x="0" y="88496"/>
                    </a:lnTo>
                    <a:lnTo>
                      <a:pt x="0" y="18"/>
                    </a:lnTo>
                    <a:lnTo>
                      <a:pt x="89436" y="18"/>
                    </a:lnTo>
                    <a:cubicBezTo>
                      <a:pt x="92627" y="-120"/>
                      <a:pt x="95806" y="530"/>
                      <a:pt x="98688" y="1910"/>
                    </a:cubicBezTo>
                    <a:cubicBezTo>
                      <a:pt x="104240" y="4162"/>
                      <a:pt x="108642" y="8513"/>
                      <a:pt x="110918" y="13994"/>
                    </a:cubicBezTo>
                    <a:cubicBezTo>
                      <a:pt x="112120" y="16936"/>
                      <a:pt x="112769" y="20070"/>
                      <a:pt x="112832" y="23241"/>
                    </a:cubicBezTo>
                    <a:cubicBezTo>
                      <a:pt x="112917" y="24870"/>
                      <a:pt x="112737" y="26501"/>
                      <a:pt x="112301" y="28075"/>
                    </a:cubicBezTo>
                    <a:cubicBezTo>
                      <a:pt x="111875" y="29761"/>
                      <a:pt x="111237" y="31387"/>
                      <a:pt x="110386" y="32908"/>
                    </a:cubicBezTo>
                    <a:cubicBezTo>
                      <a:pt x="109429" y="34274"/>
                      <a:pt x="108898" y="35745"/>
                      <a:pt x="107940" y="37217"/>
                    </a:cubicBezTo>
                    <a:cubicBezTo>
                      <a:pt x="106983" y="38688"/>
                      <a:pt x="106026" y="39633"/>
                      <a:pt x="105069" y="41105"/>
                    </a:cubicBezTo>
                    <a:cubicBezTo>
                      <a:pt x="107196" y="42116"/>
                      <a:pt x="109163" y="43426"/>
                      <a:pt x="110918" y="44992"/>
                    </a:cubicBezTo>
                    <a:cubicBezTo>
                      <a:pt x="112641" y="46623"/>
                      <a:pt x="114247" y="48380"/>
                      <a:pt x="115704" y="50246"/>
                    </a:cubicBezTo>
                    <a:cubicBezTo>
                      <a:pt x="117161" y="52102"/>
                      <a:pt x="118181" y="54256"/>
                      <a:pt x="118681" y="56551"/>
                    </a:cubicBezTo>
                    <a:cubicBezTo>
                      <a:pt x="119745" y="58832"/>
                      <a:pt x="120362" y="61292"/>
                      <a:pt x="120489" y="63802"/>
                    </a:cubicBezTo>
                    <a:close/>
                    <a:moveTo>
                      <a:pt x="30627" y="33854"/>
                    </a:moveTo>
                    <a:lnTo>
                      <a:pt x="79227" y="33854"/>
                    </a:lnTo>
                    <a:cubicBezTo>
                      <a:pt x="82928" y="33914"/>
                      <a:pt x="85980" y="30999"/>
                      <a:pt x="86033" y="27343"/>
                    </a:cubicBezTo>
                    <a:cubicBezTo>
                      <a:pt x="86033" y="27237"/>
                      <a:pt x="86033" y="27130"/>
                      <a:pt x="86033" y="27024"/>
                    </a:cubicBezTo>
                    <a:cubicBezTo>
                      <a:pt x="86150" y="23428"/>
                      <a:pt x="83300" y="20416"/>
                      <a:pt x="79663" y="20299"/>
                    </a:cubicBezTo>
                    <a:cubicBezTo>
                      <a:pt x="79514" y="20295"/>
                      <a:pt x="79376" y="20295"/>
                      <a:pt x="79227" y="20299"/>
                    </a:cubicBezTo>
                    <a:lnTo>
                      <a:pt x="30627" y="20299"/>
                    </a:lnTo>
                    <a:close/>
                    <a:moveTo>
                      <a:pt x="83800" y="67690"/>
                    </a:moveTo>
                    <a:cubicBezTo>
                      <a:pt x="87437" y="67807"/>
                      <a:pt x="90489" y="64988"/>
                      <a:pt x="90606" y="61392"/>
                    </a:cubicBezTo>
                    <a:cubicBezTo>
                      <a:pt x="90606" y="61249"/>
                      <a:pt x="90606" y="61108"/>
                      <a:pt x="90606" y="60965"/>
                    </a:cubicBezTo>
                    <a:cubicBezTo>
                      <a:pt x="90723" y="57310"/>
                      <a:pt x="87820" y="54253"/>
                      <a:pt x="84119" y="54137"/>
                    </a:cubicBezTo>
                    <a:cubicBezTo>
                      <a:pt x="84013" y="54133"/>
                      <a:pt x="83906" y="54132"/>
                      <a:pt x="83800" y="54134"/>
                    </a:cubicBezTo>
                    <a:lnTo>
                      <a:pt x="30627" y="54134"/>
                    </a:lnTo>
                    <a:lnTo>
                      <a:pt x="30627" y="67690"/>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31" name="Google Shape;131;p4"/>
              <p:cNvSpPr/>
              <p:nvPr/>
            </p:nvSpPr>
            <p:spPr>
              <a:xfrm>
                <a:off x="2561438" y="653586"/>
                <a:ext cx="154094" cy="88477"/>
              </a:xfrm>
              <a:custGeom>
                <a:rect b="b" l="l" r="r" t="t"/>
                <a:pathLst>
                  <a:path extrusionOk="0" h="88477" w="154094">
                    <a:moveTo>
                      <a:pt x="34775" y="88477"/>
                    </a:moveTo>
                    <a:lnTo>
                      <a:pt x="0" y="88477"/>
                    </a:lnTo>
                    <a:lnTo>
                      <a:pt x="57852" y="0"/>
                    </a:lnTo>
                    <a:lnTo>
                      <a:pt x="96242" y="0"/>
                    </a:lnTo>
                    <a:lnTo>
                      <a:pt x="154094" y="88477"/>
                    </a:lnTo>
                    <a:lnTo>
                      <a:pt x="119638" y="88477"/>
                    </a:lnTo>
                    <a:lnTo>
                      <a:pt x="110812" y="75447"/>
                    </a:lnTo>
                    <a:lnTo>
                      <a:pt x="43283" y="75447"/>
                    </a:lnTo>
                    <a:close/>
                    <a:moveTo>
                      <a:pt x="77313" y="24589"/>
                    </a:moveTo>
                    <a:lnTo>
                      <a:pt x="59341" y="51699"/>
                    </a:lnTo>
                    <a:lnTo>
                      <a:pt x="95285" y="5169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32" name="Google Shape;132;p4"/>
              <p:cNvSpPr/>
              <p:nvPr/>
            </p:nvSpPr>
            <p:spPr>
              <a:xfrm>
                <a:off x="2723508" y="653586"/>
                <a:ext cx="105068" cy="88477"/>
              </a:xfrm>
              <a:custGeom>
                <a:rect b="b" l="l" r="r" t="t"/>
                <a:pathLst>
                  <a:path extrusionOk="0" h="88477" w="105068">
                    <a:moveTo>
                      <a:pt x="105069" y="64729"/>
                    </a:moveTo>
                    <a:lnTo>
                      <a:pt x="105069" y="88477"/>
                    </a:lnTo>
                    <a:lnTo>
                      <a:pt x="0" y="88477"/>
                    </a:lnTo>
                    <a:lnTo>
                      <a:pt x="0" y="0"/>
                    </a:lnTo>
                    <a:lnTo>
                      <a:pt x="30202" y="0"/>
                    </a:lnTo>
                    <a:lnTo>
                      <a:pt x="30202" y="6472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33" name="Google Shape;133;p4"/>
              <p:cNvSpPr/>
              <p:nvPr/>
            </p:nvSpPr>
            <p:spPr>
              <a:xfrm>
                <a:off x="2040878" y="804480"/>
                <a:ext cx="127082" cy="88477"/>
              </a:xfrm>
              <a:custGeom>
                <a:rect b="b" l="l" r="r" t="t"/>
                <a:pathLst>
                  <a:path extrusionOk="0" h="88477" w="127082">
                    <a:moveTo>
                      <a:pt x="97306" y="0"/>
                    </a:moveTo>
                    <a:lnTo>
                      <a:pt x="127083" y="0"/>
                    </a:lnTo>
                    <a:lnTo>
                      <a:pt x="127083" y="88477"/>
                    </a:lnTo>
                    <a:lnTo>
                      <a:pt x="97306" y="88477"/>
                    </a:lnTo>
                    <a:lnTo>
                      <a:pt x="97306" y="56008"/>
                    </a:lnTo>
                    <a:lnTo>
                      <a:pt x="30202" y="56008"/>
                    </a:lnTo>
                    <a:lnTo>
                      <a:pt x="30202" y="88477"/>
                    </a:lnTo>
                    <a:lnTo>
                      <a:pt x="0" y="88477"/>
                    </a:lnTo>
                    <a:lnTo>
                      <a:pt x="0" y="0"/>
                    </a:lnTo>
                    <a:lnTo>
                      <a:pt x="30202" y="0"/>
                    </a:lnTo>
                    <a:lnTo>
                      <a:pt x="30202" y="32365"/>
                    </a:lnTo>
                    <a:lnTo>
                      <a:pt x="97306" y="32365"/>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34" name="Google Shape;134;p4"/>
              <p:cNvSpPr/>
              <p:nvPr/>
            </p:nvSpPr>
            <p:spPr>
              <a:xfrm>
                <a:off x="2177106" y="804480"/>
                <a:ext cx="154094" cy="88477"/>
              </a:xfrm>
              <a:custGeom>
                <a:rect b="b" l="l" r="r" t="t"/>
                <a:pathLst>
                  <a:path extrusionOk="0" h="88477" w="154094">
                    <a:moveTo>
                      <a:pt x="34456" y="88477"/>
                    </a:moveTo>
                    <a:lnTo>
                      <a:pt x="0" y="88477"/>
                    </a:lnTo>
                    <a:lnTo>
                      <a:pt x="57852" y="0"/>
                    </a:lnTo>
                    <a:lnTo>
                      <a:pt x="96242" y="0"/>
                    </a:lnTo>
                    <a:lnTo>
                      <a:pt x="154094" y="88477"/>
                    </a:lnTo>
                    <a:lnTo>
                      <a:pt x="119532" y="88477"/>
                    </a:lnTo>
                    <a:lnTo>
                      <a:pt x="110812" y="75447"/>
                    </a:lnTo>
                    <a:lnTo>
                      <a:pt x="43283" y="75447"/>
                    </a:lnTo>
                    <a:close/>
                    <a:moveTo>
                      <a:pt x="76994" y="24589"/>
                    </a:moveTo>
                    <a:lnTo>
                      <a:pt x="58915" y="51699"/>
                    </a:lnTo>
                    <a:lnTo>
                      <a:pt x="94966" y="5169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35" name="Google Shape;135;p4"/>
              <p:cNvSpPr/>
              <p:nvPr/>
            </p:nvSpPr>
            <p:spPr>
              <a:xfrm>
                <a:off x="2327581" y="804667"/>
                <a:ext cx="121449" cy="89783"/>
              </a:xfrm>
              <a:custGeom>
                <a:rect b="b" l="l" r="r" t="t"/>
                <a:pathLst>
                  <a:path extrusionOk="0" h="89783" w="121449">
                    <a:moveTo>
                      <a:pt x="67745" y="22510"/>
                    </a:moveTo>
                    <a:cubicBezTo>
                      <a:pt x="64704" y="22313"/>
                      <a:pt x="61641" y="22313"/>
                      <a:pt x="58600" y="22510"/>
                    </a:cubicBezTo>
                    <a:cubicBezTo>
                      <a:pt x="55197" y="22510"/>
                      <a:pt x="52751" y="22510"/>
                      <a:pt x="49773" y="23561"/>
                    </a:cubicBezTo>
                    <a:cubicBezTo>
                      <a:pt x="47082" y="24016"/>
                      <a:pt x="44477" y="24829"/>
                      <a:pt x="42010" y="25978"/>
                    </a:cubicBezTo>
                    <a:cubicBezTo>
                      <a:pt x="39734" y="26961"/>
                      <a:pt x="37618" y="28271"/>
                      <a:pt x="35735" y="29866"/>
                    </a:cubicBezTo>
                    <a:cubicBezTo>
                      <a:pt x="33715" y="31331"/>
                      <a:pt x="32162" y="33336"/>
                      <a:pt x="31269" y="35645"/>
                    </a:cubicBezTo>
                    <a:cubicBezTo>
                      <a:pt x="30386" y="38136"/>
                      <a:pt x="29738" y="40704"/>
                      <a:pt x="29355" y="43316"/>
                    </a:cubicBezTo>
                    <a:cubicBezTo>
                      <a:pt x="29419" y="46318"/>
                      <a:pt x="30067" y="49281"/>
                      <a:pt x="31269" y="52038"/>
                    </a:cubicBezTo>
                    <a:cubicBezTo>
                      <a:pt x="32524" y="54410"/>
                      <a:pt x="34396" y="56406"/>
                      <a:pt x="36693" y="57817"/>
                    </a:cubicBezTo>
                    <a:cubicBezTo>
                      <a:pt x="38936" y="59400"/>
                      <a:pt x="41361" y="60705"/>
                      <a:pt x="43924" y="61705"/>
                    </a:cubicBezTo>
                    <a:cubicBezTo>
                      <a:pt x="46806" y="62617"/>
                      <a:pt x="49752" y="63286"/>
                      <a:pt x="52751" y="63702"/>
                    </a:cubicBezTo>
                    <a:cubicBezTo>
                      <a:pt x="55633" y="64197"/>
                      <a:pt x="58546" y="64512"/>
                      <a:pt x="61471" y="64647"/>
                    </a:cubicBezTo>
                    <a:lnTo>
                      <a:pt x="74339" y="64647"/>
                    </a:lnTo>
                    <a:cubicBezTo>
                      <a:pt x="76774" y="64893"/>
                      <a:pt x="79241" y="64893"/>
                      <a:pt x="81677" y="64647"/>
                    </a:cubicBezTo>
                    <a:cubicBezTo>
                      <a:pt x="84761" y="64415"/>
                      <a:pt x="87845" y="64415"/>
                      <a:pt x="90929" y="64647"/>
                    </a:cubicBezTo>
                    <a:cubicBezTo>
                      <a:pt x="94491" y="64580"/>
                      <a:pt x="98054" y="64228"/>
                      <a:pt x="101563" y="63597"/>
                    </a:cubicBezTo>
                    <a:lnTo>
                      <a:pt x="112198" y="62231"/>
                    </a:lnTo>
                    <a:cubicBezTo>
                      <a:pt x="115346" y="61675"/>
                      <a:pt x="118440" y="60867"/>
                      <a:pt x="121450" y="59814"/>
                    </a:cubicBezTo>
                    <a:lnTo>
                      <a:pt x="121450" y="82931"/>
                    </a:lnTo>
                    <a:cubicBezTo>
                      <a:pt x="112868" y="85462"/>
                      <a:pt x="104073" y="87254"/>
                      <a:pt x="95182" y="88290"/>
                    </a:cubicBezTo>
                    <a:cubicBezTo>
                      <a:pt x="86281" y="89255"/>
                      <a:pt x="77338" y="89746"/>
                      <a:pt x="68383" y="89762"/>
                    </a:cubicBezTo>
                    <a:lnTo>
                      <a:pt x="63598" y="89762"/>
                    </a:lnTo>
                    <a:cubicBezTo>
                      <a:pt x="58376" y="89849"/>
                      <a:pt x="53165" y="89673"/>
                      <a:pt x="47965" y="89236"/>
                    </a:cubicBezTo>
                    <a:cubicBezTo>
                      <a:pt x="43063" y="88714"/>
                      <a:pt x="38203" y="87907"/>
                      <a:pt x="33396" y="86819"/>
                    </a:cubicBezTo>
                    <a:cubicBezTo>
                      <a:pt x="28866" y="85715"/>
                      <a:pt x="24473" y="84093"/>
                      <a:pt x="20315" y="81986"/>
                    </a:cubicBezTo>
                    <a:cubicBezTo>
                      <a:pt x="16264" y="79959"/>
                      <a:pt x="12658" y="77175"/>
                      <a:pt x="9681" y="73789"/>
                    </a:cubicBezTo>
                    <a:cubicBezTo>
                      <a:pt x="6597" y="70190"/>
                      <a:pt x="4162" y="66105"/>
                      <a:pt x="2449" y="61705"/>
                    </a:cubicBezTo>
                    <a:cubicBezTo>
                      <a:pt x="812" y="56213"/>
                      <a:pt x="-18" y="50514"/>
                      <a:pt x="3" y="44787"/>
                    </a:cubicBezTo>
                    <a:cubicBezTo>
                      <a:pt x="-60" y="39057"/>
                      <a:pt x="759" y="33352"/>
                      <a:pt x="2449" y="27870"/>
                    </a:cubicBezTo>
                    <a:cubicBezTo>
                      <a:pt x="3736" y="23252"/>
                      <a:pt x="6235" y="19049"/>
                      <a:pt x="9681" y="15680"/>
                    </a:cubicBezTo>
                    <a:cubicBezTo>
                      <a:pt x="12775" y="12419"/>
                      <a:pt x="16359" y="9653"/>
                      <a:pt x="20315" y="7484"/>
                    </a:cubicBezTo>
                    <a:cubicBezTo>
                      <a:pt x="24473" y="5377"/>
                      <a:pt x="28866" y="3755"/>
                      <a:pt x="33396" y="2650"/>
                    </a:cubicBezTo>
                    <a:cubicBezTo>
                      <a:pt x="38288" y="1705"/>
                      <a:pt x="43180" y="759"/>
                      <a:pt x="48497" y="234"/>
                    </a:cubicBezTo>
                    <a:cubicBezTo>
                      <a:pt x="53814" y="-292"/>
                      <a:pt x="59131" y="234"/>
                      <a:pt x="64023" y="234"/>
                    </a:cubicBezTo>
                    <a:lnTo>
                      <a:pt x="78593" y="234"/>
                    </a:lnTo>
                    <a:cubicBezTo>
                      <a:pt x="83325" y="269"/>
                      <a:pt x="88047" y="584"/>
                      <a:pt x="92737" y="1179"/>
                    </a:cubicBezTo>
                    <a:cubicBezTo>
                      <a:pt x="97097" y="1179"/>
                      <a:pt x="101989" y="2125"/>
                      <a:pt x="106880" y="3071"/>
                    </a:cubicBezTo>
                    <a:cubicBezTo>
                      <a:pt x="111772" y="4016"/>
                      <a:pt x="116558" y="5067"/>
                      <a:pt x="121450" y="6433"/>
                    </a:cubicBezTo>
                    <a:lnTo>
                      <a:pt x="121450" y="30181"/>
                    </a:lnTo>
                    <a:cubicBezTo>
                      <a:pt x="118759" y="29257"/>
                      <a:pt x="115984" y="28623"/>
                      <a:pt x="113155" y="28290"/>
                    </a:cubicBezTo>
                    <a:lnTo>
                      <a:pt x="104434" y="26819"/>
                    </a:lnTo>
                    <a:cubicBezTo>
                      <a:pt x="101531" y="26210"/>
                      <a:pt x="98575" y="25858"/>
                      <a:pt x="95608" y="25768"/>
                    </a:cubicBezTo>
                    <a:cubicBezTo>
                      <a:pt x="92885" y="25569"/>
                      <a:pt x="90142" y="25569"/>
                      <a:pt x="87419" y="25768"/>
                    </a:cubicBezTo>
                    <a:cubicBezTo>
                      <a:pt x="81070" y="23669"/>
                      <a:pt x="74435" y="22570"/>
                      <a:pt x="67745" y="22510"/>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36" name="Google Shape;136;p4"/>
              <p:cNvSpPr/>
              <p:nvPr/>
            </p:nvSpPr>
            <p:spPr>
              <a:xfrm>
                <a:off x="2462749" y="804480"/>
                <a:ext cx="135802" cy="88897"/>
              </a:xfrm>
              <a:custGeom>
                <a:rect b="b" l="l" r="r" t="t"/>
                <a:pathLst>
                  <a:path extrusionOk="0" h="88897" w="135802">
                    <a:moveTo>
                      <a:pt x="83375" y="44449"/>
                    </a:moveTo>
                    <a:lnTo>
                      <a:pt x="135803" y="88898"/>
                    </a:lnTo>
                    <a:lnTo>
                      <a:pt x="94009" y="88898"/>
                    </a:lnTo>
                    <a:lnTo>
                      <a:pt x="62106" y="62312"/>
                    </a:lnTo>
                    <a:lnTo>
                      <a:pt x="30202" y="88898"/>
                    </a:lnTo>
                    <a:lnTo>
                      <a:pt x="0" y="88898"/>
                    </a:lnTo>
                    <a:lnTo>
                      <a:pt x="0" y="0"/>
                    </a:lnTo>
                    <a:lnTo>
                      <a:pt x="30202" y="0"/>
                    </a:lnTo>
                    <a:lnTo>
                      <a:pt x="30202" y="52540"/>
                    </a:lnTo>
                    <a:lnTo>
                      <a:pt x="92946" y="0"/>
                    </a:lnTo>
                    <a:lnTo>
                      <a:pt x="134739" y="0"/>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37" name="Google Shape;137;p4"/>
              <p:cNvSpPr/>
              <p:nvPr/>
            </p:nvSpPr>
            <p:spPr>
              <a:xfrm>
                <a:off x="2598552" y="804480"/>
                <a:ext cx="154306" cy="88477"/>
              </a:xfrm>
              <a:custGeom>
                <a:rect b="b" l="l" r="r" t="t"/>
                <a:pathLst>
                  <a:path extrusionOk="0" h="88477" w="154306">
                    <a:moveTo>
                      <a:pt x="34562" y="88477"/>
                    </a:moveTo>
                    <a:lnTo>
                      <a:pt x="0" y="88477"/>
                    </a:lnTo>
                    <a:lnTo>
                      <a:pt x="57852" y="0"/>
                    </a:lnTo>
                    <a:lnTo>
                      <a:pt x="96349" y="0"/>
                    </a:lnTo>
                    <a:lnTo>
                      <a:pt x="154307" y="88477"/>
                    </a:lnTo>
                    <a:lnTo>
                      <a:pt x="119745" y="88477"/>
                    </a:lnTo>
                    <a:lnTo>
                      <a:pt x="111024" y="75447"/>
                    </a:lnTo>
                    <a:lnTo>
                      <a:pt x="43389" y="75447"/>
                    </a:lnTo>
                    <a:close/>
                    <a:moveTo>
                      <a:pt x="77100" y="24589"/>
                    </a:moveTo>
                    <a:lnTo>
                      <a:pt x="58596" y="51699"/>
                    </a:lnTo>
                    <a:lnTo>
                      <a:pt x="94541" y="5169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38" name="Google Shape;138;p4"/>
              <p:cNvSpPr/>
              <p:nvPr/>
            </p:nvSpPr>
            <p:spPr>
              <a:xfrm>
                <a:off x="2731590" y="804480"/>
                <a:ext cx="119851" cy="88477"/>
              </a:xfrm>
              <a:custGeom>
                <a:rect b="b" l="l" r="r" t="t"/>
                <a:pathLst>
                  <a:path extrusionOk="0" h="88477" w="119851">
                    <a:moveTo>
                      <a:pt x="75080" y="0"/>
                    </a:moveTo>
                    <a:lnTo>
                      <a:pt x="119851" y="0"/>
                    </a:lnTo>
                    <a:lnTo>
                      <a:pt x="119851" y="23643"/>
                    </a:lnTo>
                    <a:lnTo>
                      <a:pt x="75080" y="23643"/>
                    </a:lnTo>
                    <a:lnTo>
                      <a:pt x="75080" y="88477"/>
                    </a:lnTo>
                    <a:lnTo>
                      <a:pt x="44984" y="88477"/>
                    </a:lnTo>
                    <a:lnTo>
                      <a:pt x="44984" y="23643"/>
                    </a:lnTo>
                    <a:lnTo>
                      <a:pt x="0" y="23643"/>
                    </a:lnTo>
                    <a:lnTo>
                      <a:pt x="0" y="0"/>
                    </a:lnTo>
                    <a:lnTo>
                      <a:pt x="74442" y="0"/>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39" name="Google Shape;139;p4"/>
              <p:cNvSpPr/>
              <p:nvPr/>
            </p:nvSpPr>
            <p:spPr>
              <a:xfrm>
                <a:off x="2853977" y="803429"/>
                <a:ext cx="138184" cy="91013"/>
              </a:xfrm>
              <a:custGeom>
                <a:rect b="b" l="l" r="r" t="t"/>
                <a:pathLst>
                  <a:path extrusionOk="0" h="91013" w="138184">
                    <a:moveTo>
                      <a:pt x="69034" y="0"/>
                    </a:moveTo>
                    <a:lnTo>
                      <a:pt x="85624" y="0"/>
                    </a:lnTo>
                    <a:cubicBezTo>
                      <a:pt x="90942" y="525"/>
                      <a:pt x="96259" y="1051"/>
                      <a:pt x="101683" y="1997"/>
                    </a:cubicBezTo>
                    <a:cubicBezTo>
                      <a:pt x="106511" y="2923"/>
                      <a:pt x="111211" y="4367"/>
                      <a:pt x="115720" y="6305"/>
                    </a:cubicBezTo>
                    <a:cubicBezTo>
                      <a:pt x="120091" y="8312"/>
                      <a:pt x="124057" y="11089"/>
                      <a:pt x="127418" y="14501"/>
                    </a:cubicBezTo>
                    <a:cubicBezTo>
                      <a:pt x="130832" y="18152"/>
                      <a:pt x="133469" y="22439"/>
                      <a:pt x="135181" y="27111"/>
                    </a:cubicBezTo>
                    <a:cubicBezTo>
                      <a:pt x="137351" y="32997"/>
                      <a:pt x="138361" y="39239"/>
                      <a:pt x="138159" y="45500"/>
                    </a:cubicBezTo>
                    <a:cubicBezTo>
                      <a:pt x="138318" y="51587"/>
                      <a:pt x="137308" y="57648"/>
                      <a:pt x="135181" y="63363"/>
                    </a:cubicBezTo>
                    <a:cubicBezTo>
                      <a:pt x="133501" y="68048"/>
                      <a:pt x="130853" y="72340"/>
                      <a:pt x="127418" y="75973"/>
                    </a:cubicBezTo>
                    <a:cubicBezTo>
                      <a:pt x="124079" y="79416"/>
                      <a:pt x="120112" y="82199"/>
                      <a:pt x="115720" y="84169"/>
                    </a:cubicBezTo>
                    <a:cubicBezTo>
                      <a:pt x="111158" y="86094"/>
                      <a:pt x="106468" y="87709"/>
                      <a:pt x="101683" y="89003"/>
                    </a:cubicBezTo>
                    <a:cubicBezTo>
                      <a:pt x="96461" y="90449"/>
                      <a:pt x="91048" y="91121"/>
                      <a:pt x="85624" y="90999"/>
                    </a:cubicBezTo>
                    <a:cubicBezTo>
                      <a:pt x="80307" y="90999"/>
                      <a:pt x="74458" y="90999"/>
                      <a:pt x="69034" y="90999"/>
                    </a:cubicBezTo>
                    <a:cubicBezTo>
                      <a:pt x="63611" y="90999"/>
                      <a:pt x="58400" y="90999"/>
                      <a:pt x="52551" y="90999"/>
                    </a:cubicBezTo>
                    <a:cubicBezTo>
                      <a:pt x="46702" y="90999"/>
                      <a:pt x="41916" y="89948"/>
                      <a:pt x="36493" y="89003"/>
                    </a:cubicBezTo>
                    <a:cubicBezTo>
                      <a:pt x="31569" y="88207"/>
                      <a:pt x="26815" y="86572"/>
                      <a:pt x="22455" y="84169"/>
                    </a:cubicBezTo>
                    <a:cubicBezTo>
                      <a:pt x="18063" y="82199"/>
                      <a:pt x="14096" y="79416"/>
                      <a:pt x="10757" y="75973"/>
                    </a:cubicBezTo>
                    <a:cubicBezTo>
                      <a:pt x="7322" y="72340"/>
                      <a:pt x="4674" y="68048"/>
                      <a:pt x="2994" y="63363"/>
                    </a:cubicBezTo>
                    <a:cubicBezTo>
                      <a:pt x="867" y="57648"/>
                      <a:pt x="-143" y="51587"/>
                      <a:pt x="16" y="45500"/>
                    </a:cubicBezTo>
                    <a:cubicBezTo>
                      <a:pt x="-132" y="39241"/>
                      <a:pt x="867" y="33009"/>
                      <a:pt x="2994" y="27111"/>
                    </a:cubicBezTo>
                    <a:cubicBezTo>
                      <a:pt x="4579" y="22379"/>
                      <a:pt x="7237" y="18066"/>
                      <a:pt x="10757" y="14501"/>
                    </a:cubicBezTo>
                    <a:cubicBezTo>
                      <a:pt x="14118" y="11089"/>
                      <a:pt x="18084" y="8312"/>
                      <a:pt x="22455" y="6305"/>
                    </a:cubicBezTo>
                    <a:cubicBezTo>
                      <a:pt x="26964" y="4367"/>
                      <a:pt x="31665" y="2923"/>
                      <a:pt x="36493" y="1997"/>
                    </a:cubicBezTo>
                    <a:cubicBezTo>
                      <a:pt x="41810" y="1066"/>
                      <a:pt x="47170" y="399"/>
                      <a:pt x="52551" y="0"/>
                    </a:cubicBezTo>
                    <a:close/>
                    <a:moveTo>
                      <a:pt x="69034" y="67251"/>
                    </a:moveTo>
                    <a:cubicBezTo>
                      <a:pt x="73501" y="67251"/>
                      <a:pt x="78286" y="66726"/>
                      <a:pt x="82753" y="66305"/>
                    </a:cubicBezTo>
                    <a:cubicBezTo>
                      <a:pt x="86911" y="65886"/>
                      <a:pt x="90995" y="64896"/>
                      <a:pt x="94876" y="63363"/>
                    </a:cubicBezTo>
                    <a:cubicBezTo>
                      <a:pt x="98279" y="62038"/>
                      <a:pt x="101289" y="59867"/>
                      <a:pt x="103597" y="57058"/>
                    </a:cubicBezTo>
                    <a:cubicBezTo>
                      <a:pt x="105830" y="53998"/>
                      <a:pt x="107021" y="50321"/>
                      <a:pt x="107000" y="46550"/>
                    </a:cubicBezTo>
                    <a:cubicBezTo>
                      <a:pt x="107127" y="43879"/>
                      <a:pt x="106617" y="41217"/>
                      <a:pt x="105511" y="38774"/>
                    </a:cubicBezTo>
                    <a:cubicBezTo>
                      <a:pt x="104522" y="36547"/>
                      <a:pt x="103033" y="34570"/>
                      <a:pt x="101151" y="32995"/>
                    </a:cubicBezTo>
                    <a:cubicBezTo>
                      <a:pt x="99268" y="31400"/>
                      <a:pt x="97152" y="30090"/>
                      <a:pt x="94876" y="29107"/>
                    </a:cubicBezTo>
                    <a:cubicBezTo>
                      <a:pt x="92367" y="28079"/>
                      <a:pt x="89772" y="27270"/>
                      <a:pt x="87113" y="26690"/>
                    </a:cubicBezTo>
                    <a:lnTo>
                      <a:pt x="78286" y="25219"/>
                    </a:lnTo>
                    <a:cubicBezTo>
                      <a:pt x="75415" y="25219"/>
                      <a:pt x="72012" y="25219"/>
                      <a:pt x="69034" y="25219"/>
                    </a:cubicBezTo>
                    <a:cubicBezTo>
                      <a:pt x="65993" y="24972"/>
                      <a:pt x="62930" y="24972"/>
                      <a:pt x="59889" y="25219"/>
                    </a:cubicBezTo>
                    <a:cubicBezTo>
                      <a:pt x="56911" y="25505"/>
                      <a:pt x="53965" y="25997"/>
                      <a:pt x="51062" y="26690"/>
                    </a:cubicBezTo>
                    <a:cubicBezTo>
                      <a:pt x="48393" y="27194"/>
                      <a:pt x="45787" y="28005"/>
                      <a:pt x="43299" y="29107"/>
                    </a:cubicBezTo>
                    <a:cubicBezTo>
                      <a:pt x="40959" y="29961"/>
                      <a:pt x="38822" y="31285"/>
                      <a:pt x="37025" y="32995"/>
                    </a:cubicBezTo>
                    <a:cubicBezTo>
                      <a:pt x="35036" y="34461"/>
                      <a:pt x="33515" y="36470"/>
                      <a:pt x="32664" y="38774"/>
                    </a:cubicBezTo>
                    <a:cubicBezTo>
                      <a:pt x="31612" y="41232"/>
                      <a:pt x="31101" y="43883"/>
                      <a:pt x="31176" y="46550"/>
                    </a:cubicBezTo>
                    <a:cubicBezTo>
                      <a:pt x="31346" y="51688"/>
                      <a:pt x="33600" y="56539"/>
                      <a:pt x="37450" y="60001"/>
                    </a:cubicBezTo>
                    <a:cubicBezTo>
                      <a:pt x="39385" y="61575"/>
                      <a:pt x="41534" y="62883"/>
                      <a:pt x="43831" y="63889"/>
                    </a:cubicBezTo>
                    <a:cubicBezTo>
                      <a:pt x="46309" y="65006"/>
                      <a:pt x="48914" y="65818"/>
                      <a:pt x="51594" y="66305"/>
                    </a:cubicBezTo>
                    <a:cubicBezTo>
                      <a:pt x="54465" y="66880"/>
                      <a:pt x="57390" y="67196"/>
                      <a:pt x="60314" y="67251"/>
                    </a:cubicBezTo>
                    <a:cubicBezTo>
                      <a:pt x="63611" y="66726"/>
                      <a:pt x="65951" y="67251"/>
                      <a:pt x="69034" y="67251"/>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140" name="Google Shape;140;p4"/>
              <p:cNvSpPr/>
              <p:nvPr/>
            </p:nvSpPr>
            <p:spPr>
              <a:xfrm>
                <a:off x="3008088" y="804480"/>
                <a:ext cx="163027" cy="88477"/>
              </a:xfrm>
              <a:custGeom>
                <a:rect b="b" l="l" r="r" t="t"/>
                <a:pathLst>
                  <a:path extrusionOk="0" h="88477" w="163027">
                    <a:moveTo>
                      <a:pt x="120489" y="0"/>
                    </a:moveTo>
                    <a:lnTo>
                      <a:pt x="163027" y="0"/>
                    </a:lnTo>
                    <a:lnTo>
                      <a:pt x="163027" y="88477"/>
                    </a:lnTo>
                    <a:lnTo>
                      <a:pt x="132825" y="88477"/>
                    </a:lnTo>
                    <a:lnTo>
                      <a:pt x="132825" y="35937"/>
                    </a:lnTo>
                    <a:lnTo>
                      <a:pt x="97838" y="88477"/>
                    </a:lnTo>
                    <a:lnTo>
                      <a:pt x="65296" y="88477"/>
                    </a:lnTo>
                    <a:lnTo>
                      <a:pt x="30202" y="35937"/>
                    </a:lnTo>
                    <a:lnTo>
                      <a:pt x="30202" y="88477"/>
                    </a:lnTo>
                    <a:lnTo>
                      <a:pt x="0" y="88477"/>
                    </a:lnTo>
                    <a:lnTo>
                      <a:pt x="0" y="0"/>
                    </a:lnTo>
                    <a:lnTo>
                      <a:pt x="42538" y="0"/>
                    </a:lnTo>
                    <a:lnTo>
                      <a:pt x="82418" y="63048"/>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grpSp>
      </p:grpSp>
      <p:graphicFrame>
        <p:nvGraphicFramePr>
          <p:cNvPr id="141" name="Google Shape;141;p4"/>
          <p:cNvGraphicFramePr/>
          <p:nvPr/>
        </p:nvGraphicFramePr>
        <p:xfrm>
          <a:off x="1216152" y="4297680"/>
          <a:ext cx="10058400" cy="3000000"/>
        </p:xfrm>
        <a:graphic>
          <a:graphicData uri="http://schemas.openxmlformats.org/drawingml/2006/table">
            <a:tbl>
              <a:tblPr bandRow="1" firstRow="1">
                <a:noFill/>
                <a:tableStyleId>{EB38E92E-0F32-414A-B35D-DC0CC656FED8}</a:tableStyleId>
              </a:tblPr>
              <a:tblGrid>
                <a:gridCol w="3642350"/>
                <a:gridCol w="1280150"/>
                <a:gridCol w="1280150"/>
                <a:gridCol w="1280150"/>
                <a:gridCol w="1280150"/>
              </a:tblGrid>
              <a:tr h="723900">
                <a:tc>
                  <a:txBody>
                    <a:bodyPr/>
                    <a:lstStyle/>
                    <a:p>
                      <a:pPr indent="0" lvl="0" marL="0" marR="0" rtl="0" algn="l">
                        <a:spcBef>
                          <a:spcPts val="0"/>
                        </a:spcBef>
                        <a:spcAft>
                          <a:spcPts val="0"/>
                        </a:spcAft>
                        <a:buNone/>
                      </a:pPr>
                      <a:r>
                        <a:rPr b="0" lang="en" sz="1650" u="none" cap="none" strike="noStrike">
                          <a:solidFill>
                            <a:srgbClr val="FFFFFF"/>
                          </a:solidFill>
                          <a:latin typeface="Ubuntu Mono"/>
                          <a:ea typeface="Ubuntu Mono"/>
                          <a:cs typeface="Ubuntu Mono"/>
                          <a:sym typeface="Ubuntu Mono"/>
                        </a:rPr>
                        <a:t>metric</a:t>
                      </a:r>
                    </a:p>
                  </a:txBody>
                  <a:tcPr marT="45725" marB="45725" marR="91450" marL="288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72440"/>
                    </a:solidFill>
                  </a:tcPr>
                </a:tc>
                <a:tc>
                  <a:txBody>
                    <a:bodyPr/>
                    <a:lstStyle/>
                    <a:p>
                      <a:pPr indent="0" lvl="0" marL="0" marR="0" rtl="0" algn="l">
                        <a:spcBef>
                          <a:spcPts val="0"/>
                        </a:spcBef>
                        <a:spcAft>
                          <a:spcPts val="0"/>
                        </a:spcAft>
                        <a:buNone/>
                      </a:pPr>
                      <a:r>
                        <a:rPr b="0" lang="en" sz="1650">
                          <a:solidFill>
                            <a:srgbClr val="FFFFFF"/>
                          </a:solidFill>
                          <a:latin typeface="Ubuntu Mono"/>
                          <a:ea typeface="Ubuntu Mono"/>
                          <a:cs typeface="Ubuntu Mono"/>
                          <a:sym typeface="Ubuntu Mono"/>
                        </a:rPr>
                        <a:t>isolated</a:t>
                      </a:r>
                    </a:p>
                  </a:txBody>
                  <a:tcPr marT="45725" marB="45725" marR="91450" marL="91450" anchor="ctr" anchorCtr="1">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72440"/>
                    </a:solidFill>
                  </a:tcPr>
                </a:tc>
                <a:tc>
                  <a:txBody>
                    <a:bodyPr/>
                    <a:lstStyle/>
                    <a:p>
                      <a:pPr indent="0" lvl="0" marL="0" marR="0" rtl="0" algn="l">
                        <a:spcBef>
                          <a:spcPts val="0"/>
                        </a:spcBef>
                        <a:spcAft>
                          <a:spcPts val="0"/>
                        </a:spcAft>
                        <a:buNone/>
                      </a:pPr>
                      <a:r>
                        <a:rPr b="0" lang="en" sz="1650">
                          <a:solidFill>
                            <a:srgbClr val="FFFFFF"/>
                          </a:solidFill>
                          <a:latin typeface="Ubuntu Mono"/>
                          <a:ea typeface="Ubuntu Mono"/>
                          <a:cs typeface="Ubuntu Mono"/>
                          <a:sym typeface="Ubuntu Mono"/>
                        </a:rPr>
                        <a:t>hivemind</a:t>
                      </a:r>
                    </a:p>
                  </a:txBody>
                  <a:tcPr marT="45725" marB="45725" marR="91450" marL="91450" anchor="ctr" anchorCtr="1">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72440"/>
                    </a:solidFill>
                  </a:tcPr>
                </a:tc>
                <a:tc>
                  <a:txBody>
                    <a:bodyPr/>
                    <a:lstStyle/>
                    <a:p>
                      <a:pPr indent="0" lvl="0" marL="0" marR="0" rtl="0" algn="l">
                        <a:spcBef>
                          <a:spcPts val="0"/>
                        </a:spcBef>
                        <a:spcAft>
                          <a:spcPts val="0"/>
                        </a:spcAft>
                        <a:buNone/>
                      </a:pPr>
                      <a:r>
                        <a:rPr b="0" lang="en" sz="1650">
                          <a:solidFill>
                            <a:srgbClr val="FFFFFF"/>
                          </a:solidFill>
                          <a:latin typeface="Ubuntu Mono"/>
                          <a:ea typeface="Ubuntu Mono"/>
                          <a:cs typeface="Ubuntu Mono"/>
                          <a:sym typeface="Ubuntu Mono"/>
                        </a:rPr>
                        <a:t/>
                      </a:r>
                    </a:p>
                  </a:txBody>
                  <a:tcPr marT="45725" marB="45725" marR="91450" marL="91450" anchor="ctr" anchorCtr="1">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72440"/>
                    </a:solidFill>
                  </a:tcPr>
                </a:tc>
                <a:tc>
                  <a:txBody>
                    <a:bodyPr/>
                    <a:lstStyle/>
                    <a:p>
                      <a:pPr indent="0" lvl="0" marL="0" marR="0" rtl="0" algn="l">
                        <a:spcBef>
                          <a:spcPts val="0"/>
                        </a:spcBef>
                        <a:spcAft>
                          <a:spcPts val="0"/>
                        </a:spcAft>
                        <a:buNone/>
                      </a:pPr>
                      <a:r>
                        <a:rPr b="0" lang="en" sz="1650">
                          <a:solidFill>
                            <a:srgbClr val="FFFFFF"/>
                          </a:solidFill>
                          <a:latin typeface="Ubuntu Mono"/>
                          <a:ea typeface="Ubuntu Mono"/>
                          <a:cs typeface="Ubuntu Mono"/>
                          <a:sym typeface="Ubuntu Mono"/>
                        </a:rPr>
                        <a:t/>
                      </a:r>
                    </a:p>
                  </a:txBody>
                  <a:tcPr marT="45725" marB="45725" marR="91450" marL="91450" anchor="ctr" anchorCtr="1">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72440"/>
                    </a:solidFill>
                  </a:tcPr>
                </a:tc>
              </a:tr>
              <a:tr h="723900">
                <a:tc>
                  <a:txBody>
                    <a:bodyPr/>
                    <a:lstStyle/>
                    <a:p>
                      <a:pPr indent="0" lvl="0" marL="0" marR="0" rtl="0" algn="l">
                        <a:spcBef>
                          <a:spcPts val="0"/>
                        </a:spcBef>
                        <a:spcAft>
                          <a:spcPts val="0"/>
                        </a:spcAft>
                        <a:buNone/>
                      </a:pPr>
                      <a:r>
                        <a:rPr lang="en" sz="1300">
                          <a:solidFill>
                            <a:srgbClr val="172440"/>
                          </a:solidFill>
                          <a:latin typeface="Ubuntu Sans"/>
                          <a:ea typeface="Ubuntu Sans"/>
                          <a:cs typeface="Ubuntu Sans"/>
                          <a:sym typeface="Ubuntu Sans"/>
                        </a:rPr>
                        <a:t>classification acc</a:t>
                      </a:r>
                    </a:p>
                  </a:txBody>
                  <a:tcPr marT="45725" marB="45725" marR="91450" marL="288000" anchor="ctr">
                    <a:lnT cap="flat" cmpd="sng" w="9525">
                      <a:solidFill>
                        <a:srgbClr val="000000">
                          <a:alpha val="0"/>
                        </a:srgbClr>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 sz="1300">
                          <a:solidFill>
                            <a:srgbClr val="172440"/>
                          </a:solidFill>
                          <a:latin typeface="Ubuntu Sans"/>
                          <a:ea typeface="Ubuntu Sans"/>
                          <a:cs typeface="Ubuntu Sans"/>
                          <a:sym typeface="Ubuntu Sans"/>
                        </a:rPr>
                        <a:t>82.7%</a:t>
                      </a:r>
                    </a:p>
                  </a:txBody>
                  <a:tcPr marT="45725" marB="45725" marR="91450" marL="91450" anchor="ctr" anchorCtr="1">
                    <a:lnT cap="flat" cmpd="sng" w="9525">
                      <a:solidFill>
                        <a:srgbClr val="000000">
                          <a:alpha val="0"/>
                        </a:srgbClr>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 sz="1300">
                          <a:solidFill>
                            <a:srgbClr val="172440"/>
                          </a:solidFill>
                          <a:latin typeface="Ubuntu Sans"/>
                          <a:ea typeface="Ubuntu Sans"/>
                          <a:cs typeface="Ubuntu Sans"/>
                          <a:sym typeface="Ubuntu Sans"/>
                        </a:rPr>
                        <a:t>97.8%</a:t>
                      </a:r>
                    </a:p>
                  </a:txBody>
                  <a:tcPr marT="45725" marB="45725" marR="91450" marL="91450" anchor="ctr" anchorCtr="1">
                    <a:lnT cap="flat" cmpd="sng" w="9525">
                      <a:solidFill>
                        <a:srgbClr val="000000">
                          <a:alpha val="0"/>
                        </a:srgbClr>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 sz="1300">
                          <a:solidFill>
                            <a:srgbClr val="172440"/>
                          </a:solidFill>
                          <a:latin typeface="Ubuntu Sans"/>
                          <a:ea typeface="Ubuntu Sans"/>
                          <a:cs typeface="Ubuntu Sans"/>
                          <a:sym typeface="Ubuntu Sans"/>
                        </a:rPr>
                        <a:t/>
                      </a:r>
                    </a:p>
                  </a:txBody>
                  <a:tcPr marT="45725" marB="45725" marR="91450" marL="91450" anchor="ctr" anchorCtr="1">
                    <a:lnT cap="flat" cmpd="sng" w="9525">
                      <a:solidFill>
                        <a:srgbClr val="000000">
                          <a:alpha val="0"/>
                        </a:srgbClr>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 sz="1300">
                          <a:solidFill>
                            <a:srgbClr val="172440"/>
                          </a:solidFill>
                          <a:latin typeface="Ubuntu Sans"/>
                          <a:ea typeface="Ubuntu Sans"/>
                          <a:cs typeface="Ubuntu Sans"/>
                          <a:sym typeface="Ubuntu Sans"/>
                        </a:rPr>
                        <a:t/>
                      </a:r>
                    </a:p>
                  </a:txBody>
                  <a:tcPr marT="45725" marB="45725" marR="91450" marL="91450" anchor="ctr" anchorCtr="1">
                    <a:lnT cap="flat" cmpd="sng" w="9525">
                      <a:solidFill>
                        <a:srgbClr val="000000">
                          <a:alpha val="0"/>
                        </a:srgbClr>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r>
              <a:tr h="723900">
                <a:tc>
                  <a:txBody>
                    <a:bodyPr/>
                    <a:lstStyle/>
                    <a:p>
                      <a:pPr indent="0" lvl="0" marL="0" marR="0" rtl="0" algn="l">
                        <a:lnSpc>
                          <a:spcPct val="100000"/>
                        </a:lnSpc>
                        <a:spcBef>
                          <a:spcPts val="0"/>
                        </a:spcBef>
                        <a:spcAft>
                          <a:spcPts val="0"/>
                        </a:spcAft>
                        <a:buClr>
                          <a:srgbClr val="172440"/>
                        </a:buClr>
                        <a:buSzPts val="1300"/>
                        <a:buFont typeface="Ubuntu Sans"/>
                        <a:buNone/>
                      </a:pPr>
                      <a:r>
                        <a:rPr lang="en" sz="1300">
                          <a:solidFill>
                            <a:srgbClr val="172440"/>
                          </a:solidFill>
                          <a:latin typeface="Ubuntu Sans"/>
                          <a:ea typeface="Ubuntu Sans"/>
                          <a:cs typeface="Ubuntu Sans"/>
                          <a:sym typeface="Ubuntu Sans"/>
                        </a:rPr>
                        <a:t>worker dose (µSv)</a:t>
                      </a:r>
                    </a:p>
                  </a:txBody>
                  <a:tcPr marT="45725" marB="45725" marR="91450" marL="288000" anchor="ctr">
                    <a:lnT cap="flat" cmpd="sng" w="9525">
                      <a:solidFill>
                        <a:srgbClr val="172440"/>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 sz="1300">
                          <a:solidFill>
                            <a:srgbClr val="172440"/>
                          </a:solidFill>
                          <a:latin typeface="Ubuntu Sans"/>
                          <a:ea typeface="Ubuntu Sans"/>
                          <a:cs typeface="Ubuntu Sans"/>
                          <a:sym typeface="Ubuntu Sans"/>
                        </a:rPr>
                        <a:t>7131</a:t>
                      </a:r>
                    </a:p>
                  </a:txBody>
                  <a:tcPr marT="45725" marB="45725" marR="91450" marL="91450" anchor="ctr" anchorCtr="1">
                    <a:lnT cap="flat" cmpd="sng" w="9525">
                      <a:solidFill>
                        <a:srgbClr val="172440"/>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172440"/>
                        </a:buClr>
                        <a:buSzPts val="1300"/>
                        <a:buFont typeface="Ubuntu Sans"/>
                        <a:buNone/>
                      </a:pPr>
                      <a:r>
                        <a:rPr lang="en" sz="1300">
                          <a:solidFill>
                            <a:srgbClr val="172440"/>
                          </a:solidFill>
                          <a:latin typeface="Ubuntu Sans"/>
                          <a:ea typeface="Ubuntu Sans"/>
                          <a:cs typeface="Ubuntu Sans"/>
                          <a:sym typeface="Ubuntu Sans"/>
                        </a:rPr>
                        <a:t>4841</a:t>
                      </a:r>
                    </a:p>
                  </a:txBody>
                  <a:tcPr marT="45725" marB="45725" marR="91450" marL="91450" anchor="ctr" anchorCtr="1">
                    <a:lnT cap="flat" cmpd="sng" w="9525">
                      <a:solidFill>
                        <a:srgbClr val="172440"/>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 sz="1300">
                          <a:solidFill>
                            <a:srgbClr val="172440"/>
                          </a:solidFill>
                          <a:latin typeface="Ubuntu Sans"/>
                          <a:ea typeface="Ubuntu Sans"/>
                          <a:cs typeface="Ubuntu Sans"/>
                          <a:sym typeface="Ubuntu Sans"/>
                        </a:rPr>
                        <a:t/>
                      </a:r>
                    </a:p>
                  </a:txBody>
                  <a:tcPr marT="45725" marB="45725" marR="91450" marL="91450" anchor="ctr" anchorCtr="1">
                    <a:lnT cap="flat" cmpd="sng" w="9525">
                      <a:solidFill>
                        <a:srgbClr val="172440"/>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 sz="1300">
                          <a:solidFill>
                            <a:srgbClr val="172440"/>
                          </a:solidFill>
                          <a:latin typeface="Ubuntu Sans"/>
                          <a:ea typeface="Ubuntu Sans"/>
                          <a:cs typeface="Ubuntu Sans"/>
                          <a:sym typeface="Ubuntu Sans"/>
                        </a:rPr>
                        <a:t/>
                      </a:r>
                    </a:p>
                  </a:txBody>
                  <a:tcPr marT="45725" marB="45725" marR="91450" marL="91450" anchor="ctr" anchorCtr="1">
                    <a:lnT cap="flat" cmpd="sng" w="9525">
                      <a:solidFill>
                        <a:srgbClr val="172440"/>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r>
              <a:tr h="723900">
                <a:tc>
                  <a:txBody>
                    <a:bodyPr/>
                    <a:lstStyle/>
                    <a:p>
                      <a:pPr indent="0" lvl="0" marL="0" marR="0" rtl="0" algn="l">
                        <a:lnSpc>
                          <a:spcPct val="100000"/>
                        </a:lnSpc>
                        <a:spcBef>
                          <a:spcPts val="0"/>
                        </a:spcBef>
                        <a:spcAft>
                          <a:spcPts val="0"/>
                        </a:spcAft>
                        <a:buClr>
                          <a:srgbClr val="172440"/>
                        </a:buClr>
                        <a:buSzPts val="1300"/>
                        <a:buFont typeface="Ubuntu Sans"/>
                        <a:buNone/>
                      </a:pPr>
                      <a:r>
                        <a:rPr lang="en" sz="1300">
                          <a:solidFill>
                            <a:srgbClr val="172440"/>
                          </a:solidFill>
                          <a:latin typeface="Ubuntu Sans"/>
                          <a:ea typeface="Ubuntu Sans"/>
                          <a:cs typeface="Ubuntu Sans"/>
                          <a:sym typeface="Ubuntu Sans"/>
                        </a:rPr>
                        <a:t>drums completed</a:t>
                      </a:r>
                    </a:p>
                  </a:txBody>
                  <a:tcPr marT="45725" marB="45725" marR="91450" marL="288000" anchor="ctr">
                    <a:lnT cap="flat" cmpd="sng" w="9525">
                      <a:solidFill>
                        <a:srgbClr val="172440"/>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 sz="1300">
                          <a:solidFill>
                            <a:srgbClr val="172440"/>
                          </a:solidFill>
                          <a:latin typeface="Ubuntu Sans"/>
                          <a:ea typeface="Ubuntu Sans"/>
                          <a:cs typeface="Ubuntu Sans"/>
                          <a:sym typeface="Ubuntu Sans"/>
                        </a:rPr>
                        <a:t>92</a:t>
                      </a:r>
                    </a:p>
                  </a:txBody>
                  <a:tcPr marT="45725" marB="45725" marR="91450" marL="91450" anchor="ctr" anchorCtr="1">
                    <a:lnT cap="flat" cmpd="sng" w="9525">
                      <a:solidFill>
                        <a:srgbClr val="172440"/>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172440"/>
                        </a:buClr>
                        <a:buSzPts val="1300"/>
                        <a:buFont typeface="Ubuntu Sans"/>
                        <a:buNone/>
                      </a:pPr>
                      <a:r>
                        <a:rPr lang="en" sz="1300">
                          <a:solidFill>
                            <a:srgbClr val="172440"/>
                          </a:solidFill>
                          <a:latin typeface="Ubuntu Sans"/>
                          <a:ea typeface="Ubuntu Sans"/>
                          <a:cs typeface="Ubuntu Sans"/>
                          <a:sym typeface="Ubuntu Sans"/>
                        </a:rPr>
                        <a:t>95</a:t>
                      </a:r>
                    </a:p>
                  </a:txBody>
                  <a:tcPr marT="45725" marB="45725" marR="91450" marL="91450" anchor="ctr" anchorCtr="1">
                    <a:lnT cap="flat" cmpd="sng" w="9525">
                      <a:solidFill>
                        <a:srgbClr val="172440"/>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 sz="1300">
                          <a:solidFill>
                            <a:srgbClr val="172440"/>
                          </a:solidFill>
                          <a:latin typeface="Ubuntu Sans"/>
                          <a:ea typeface="Ubuntu Sans"/>
                          <a:cs typeface="Ubuntu Sans"/>
                          <a:sym typeface="Ubuntu Sans"/>
                        </a:rPr>
                        <a:t/>
                      </a:r>
                    </a:p>
                  </a:txBody>
                  <a:tcPr marT="45725" marB="45725" marR="91450" marL="91450" anchor="ctr" anchorCtr="1">
                    <a:lnT cap="flat" cmpd="sng" w="9525">
                      <a:solidFill>
                        <a:srgbClr val="172440"/>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 sz="1300">
                          <a:solidFill>
                            <a:srgbClr val="172440"/>
                          </a:solidFill>
                          <a:latin typeface="Ubuntu Sans"/>
                          <a:ea typeface="Ubuntu Sans"/>
                          <a:cs typeface="Ubuntu Sans"/>
                          <a:sym typeface="Ubuntu Sans"/>
                        </a:rPr>
                        <a:t/>
                      </a:r>
                    </a:p>
                  </a:txBody>
                  <a:tcPr marT="45725" marB="45725" marR="91450" marL="91450" anchor="ctr" anchorCtr="1">
                    <a:lnT cap="flat" cmpd="sng" w="9525">
                      <a:solidFill>
                        <a:srgbClr val="172440"/>
                      </a:solidFill>
                      <a:prstDash val="solid"/>
                      <a:round/>
                      <a:headEnd len="sm" w="sm" type="none"/>
                      <a:tailEnd len="sm" w="sm" type="none"/>
                    </a:lnT>
                    <a:lnB cap="flat" cmpd="sng" w="9525">
                      <a:solidFill>
                        <a:srgbClr val="172440"/>
                      </a:solidFill>
                      <a:prstDash val="solid"/>
                      <a:round/>
                      <a:headEnd len="sm" w="sm" type="none"/>
                      <a:tailEnd len="sm" w="sm" type="none"/>
                    </a:lnB>
                    <a:solidFill>
                      <a:schemeClr val="lt1"/>
                    </a:solidFill>
                  </a:tcPr>
                </a:tc>
              </a:tr>
            </a:tbl>
          </a:graphicData>
        </a:graphic>
      </p:graphicFrame>
      <p:pic>
        <p:nvPicPr>
          <p:cNvPr id="142" name="Picture 141" descr="demo_hivemind.png"/>
          <p:cNvPicPr>
            <a:picLocks noChangeAspect="1"/>
          </p:cNvPicPr>
          <p:nvPr/>
        </p:nvPicPr>
        <p:blipFill>
          <a:blip r:embed="rId5"/>
          <a:stretch>
            <a:fillRect/>
          </a:stretch>
        </p:blipFill>
        <p:spPr>
          <a:xfrm>
            <a:off x="11887200" y="4297680"/>
            <a:ext cx="7772400" cy="351750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9" name="Google Shape;69;p2"/>
          <p:cNvSpPr/>
          <p:nvPr/>
        </p:nvSpPr>
        <p:spPr>
          <a:xfrm>
            <a:off x="0" y="0"/>
            <a:ext cx="20104100" cy="11308715"/>
          </a:xfrm>
          <a:custGeom>
            <a:rect b="b" l="l" r="r" t="t"/>
            <a:pathLst>
              <a:path extrusionOk="0" h="11308715" w="20104100">
                <a:moveTo>
                  <a:pt x="20104099" y="0"/>
                </a:moveTo>
                <a:lnTo>
                  <a:pt x="0" y="0"/>
                </a:lnTo>
                <a:lnTo>
                  <a:pt x="0" y="11308556"/>
                </a:lnTo>
                <a:lnTo>
                  <a:pt x="20104099" y="11308556"/>
                </a:lnTo>
                <a:lnTo>
                  <a:pt x="20104099" y="0"/>
                </a:lnTo>
                <a:close/>
              </a:path>
            </a:pathLst>
          </a:custGeom>
          <a:solidFill>
            <a:srgbClr val="F6F8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0" name="Google Shape;70;p2"/>
          <p:cNvSpPr/>
          <p:nvPr/>
        </p:nvSpPr>
        <p:spPr>
          <a:xfrm>
            <a:off x="0" y="0"/>
            <a:ext cx="20104100" cy="1569085"/>
          </a:xfrm>
          <a:custGeom>
            <a:rect b="b" l="l" r="r" t="t"/>
            <a:pathLst>
              <a:path extrusionOk="0" h="1569085" w="20104100">
                <a:moveTo>
                  <a:pt x="20104099" y="0"/>
                </a:moveTo>
                <a:lnTo>
                  <a:pt x="0" y="0"/>
                </a:lnTo>
                <a:lnTo>
                  <a:pt x="0" y="1568538"/>
                </a:lnTo>
                <a:lnTo>
                  <a:pt x="20104099" y="1568538"/>
                </a:lnTo>
                <a:lnTo>
                  <a:pt x="2010409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71" name="Google Shape;71;p2"/>
          <p:cNvGrpSpPr/>
          <p:nvPr/>
        </p:nvGrpSpPr>
        <p:grpSpPr>
          <a:xfrm>
            <a:off x="0" y="3962599"/>
            <a:ext cx="20104621" cy="7346440"/>
            <a:chOff x="0" y="3962599"/>
            <a:chExt cx="20104621" cy="7346440"/>
          </a:xfrm>
        </p:grpSpPr>
        <p:sp>
          <p:nvSpPr>
            <p:cNvPr id="72" name="Google Shape;72;p2"/>
            <p:cNvSpPr/>
            <p:nvPr/>
          </p:nvSpPr>
          <p:spPr>
            <a:xfrm>
              <a:off x="0" y="3962599"/>
              <a:ext cx="2218690" cy="3497579"/>
            </a:xfrm>
            <a:custGeom>
              <a:rect b="b" l="l" r="r" t="t"/>
              <a:pathLst>
                <a:path extrusionOk="0" h="3497579" w="2218690">
                  <a:moveTo>
                    <a:pt x="0" y="2565654"/>
                  </a:moveTo>
                  <a:lnTo>
                    <a:pt x="0" y="3497045"/>
                  </a:lnTo>
                  <a:lnTo>
                    <a:pt x="69579" y="3497045"/>
                  </a:lnTo>
                  <a:lnTo>
                    <a:pt x="380156" y="3493568"/>
                  </a:lnTo>
                  <a:lnTo>
                    <a:pt x="631382" y="3486652"/>
                  </a:lnTo>
                  <a:lnTo>
                    <a:pt x="780577" y="3479744"/>
                  </a:lnTo>
                  <a:lnTo>
                    <a:pt x="929111" y="3470240"/>
                  </a:lnTo>
                  <a:lnTo>
                    <a:pt x="1076983" y="3458145"/>
                  </a:lnTo>
                  <a:lnTo>
                    <a:pt x="1175244" y="3448591"/>
                  </a:lnTo>
                  <a:lnTo>
                    <a:pt x="1273478" y="3437549"/>
                  </a:lnTo>
                  <a:lnTo>
                    <a:pt x="1371712" y="3424974"/>
                  </a:lnTo>
                  <a:lnTo>
                    <a:pt x="1469945" y="3410861"/>
                  </a:lnTo>
                  <a:lnTo>
                    <a:pt x="1568179" y="3395206"/>
                  </a:lnTo>
                  <a:lnTo>
                    <a:pt x="1666414" y="3378002"/>
                  </a:lnTo>
                  <a:lnTo>
                    <a:pt x="1765026" y="3358994"/>
                  </a:lnTo>
                  <a:lnTo>
                    <a:pt x="1864403" y="3337872"/>
                  </a:lnTo>
                  <a:lnTo>
                    <a:pt x="1964548" y="3314635"/>
                  </a:lnTo>
                  <a:lnTo>
                    <a:pt x="2065465" y="3289285"/>
                  </a:lnTo>
                  <a:lnTo>
                    <a:pt x="2167155" y="3261820"/>
                  </a:lnTo>
                  <a:lnTo>
                    <a:pt x="2218292" y="3247294"/>
                  </a:lnTo>
                  <a:lnTo>
                    <a:pt x="2218292" y="2570432"/>
                  </a:lnTo>
                  <a:lnTo>
                    <a:pt x="212289" y="2570432"/>
                  </a:lnTo>
                  <a:lnTo>
                    <a:pt x="101152" y="2568704"/>
                  </a:lnTo>
                  <a:lnTo>
                    <a:pt x="0" y="2565654"/>
                  </a:lnTo>
                  <a:close/>
                </a:path>
                <a:path extrusionOk="0" h="3497579" w="2218690">
                  <a:moveTo>
                    <a:pt x="2218292" y="1687488"/>
                  </a:moveTo>
                  <a:lnTo>
                    <a:pt x="1062254" y="1687488"/>
                  </a:lnTo>
                  <a:lnTo>
                    <a:pt x="1062254" y="2538572"/>
                  </a:lnTo>
                  <a:lnTo>
                    <a:pt x="953022" y="2546940"/>
                  </a:lnTo>
                  <a:lnTo>
                    <a:pt x="848444" y="2553444"/>
                  </a:lnTo>
                  <a:lnTo>
                    <a:pt x="701004" y="2560200"/>
                  </a:lnTo>
                  <a:lnTo>
                    <a:pt x="465981" y="2567291"/>
                  </a:lnTo>
                  <a:lnTo>
                    <a:pt x="278425" y="2570432"/>
                  </a:lnTo>
                  <a:lnTo>
                    <a:pt x="2218292" y="2570432"/>
                  </a:lnTo>
                  <a:lnTo>
                    <a:pt x="2218292" y="1687488"/>
                  </a:lnTo>
                  <a:close/>
                </a:path>
                <a:path extrusionOk="0" h="3497579" w="2218690">
                  <a:moveTo>
                    <a:pt x="2218292" y="926216"/>
                  </a:moveTo>
                  <a:lnTo>
                    <a:pt x="295678" y="926216"/>
                  </a:lnTo>
                  <a:lnTo>
                    <a:pt x="344095" y="926456"/>
                  </a:lnTo>
                  <a:lnTo>
                    <a:pt x="501269" y="928888"/>
                  </a:lnTo>
                  <a:lnTo>
                    <a:pt x="500530" y="928888"/>
                  </a:lnTo>
                  <a:lnTo>
                    <a:pt x="600094" y="931715"/>
                  </a:lnTo>
                  <a:lnTo>
                    <a:pt x="754052" y="938065"/>
                  </a:lnTo>
                  <a:lnTo>
                    <a:pt x="959997" y="949957"/>
                  </a:lnTo>
                  <a:lnTo>
                    <a:pt x="1065859" y="957703"/>
                  </a:lnTo>
                  <a:lnTo>
                    <a:pt x="1174952" y="967386"/>
                  </a:lnTo>
                  <a:lnTo>
                    <a:pt x="1327082" y="983522"/>
                  </a:lnTo>
                  <a:lnTo>
                    <a:pt x="1472112" y="1001583"/>
                  </a:lnTo>
                  <a:lnTo>
                    <a:pt x="1617552" y="1022348"/>
                  </a:lnTo>
                  <a:lnTo>
                    <a:pt x="1713942" y="1038119"/>
                  </a:lnTo>
                  <a:lnTo>
                    <a:pt x="1809621" y="1055540"/>
                  </a:lnTo>
                  <a:lnTo>
                    <a:pt x="1904595" y="1074617"/>
                  </a:lnTo>
                  <a:lnTo>
                    <a:pt x="1959297" y="1086560"/>
                  </a:lnTo>
                  <a:lnTo>
                    <a:pt x="2013032" y="1099153"/>
                  </a:lnTo>
                  <a:lnTo>
                    <a:pt x="2065798" y="1112391"/>
                  </a:lnTo>
                  <a:lnTo>
                    <a:pt x="2117597" y="1126271"/>
                  </a:lnTo>
                  <a:lnTo>
                    <a:pt x="2168428" y="1140790"/>
                  </a:lnTo>
                  <a:lnTo>
                    <a:pt x="2218292" y="1155944"/>
                  </a:lnTo>
                  <a:lnTo>
                    <a:pt x="2218292" y="926216"/>
                  </a:lnTo>
                  <a:close/>
                </a:path>
                <a:path extrusionOk="0" h="3497579" w="2218690">
                  <a:moveTo>
                    <a:pt x="26457" y="0"/>
                  </a:moveTo>
                  <a:lnTo>
                    <a:pt x="0" y="0"/>
                  </a:lnTo>
                  <a:lnTo>
                    <a:pt x="0" y="930525"/>
                  </a:lnTo>
                  <a:lnTo>
                    <a:pt x="43409" y="928888"/>
                  </a:lnTo>
                  <a:lnTo>
                    <a:pt x="92671" y="927558"/>
                  </a:lnTo>
                  <a:lnTo>
                    <a:pt x="141820" y="926761"/>
                  </a:lnTo>
                  <a:lnTo>
                    <a:pt x="2218292" y="926216"/>
                  </a:lnTo>
                  <a:lnTo>
                    <a:pt x="2218292" y="249689"/>
                  </a:lnTo>
                  <a:lnTo>
                    <a:pt x="2120492" y="222088"/>
                  </a:lnTo>
                  <a:lnTo>
                    <a:pt x="2022283" y="196198"/>
                  </a:lnTo>
                  <a:lnTo>
                    <a:pt x="1923667" y="172019"/>
                  </a:lnTo>
                  <a:lnTo>
                    <a:pt x="1824644" y="149553"/>
                  </a:lnTo>
                  <a:lnTo>
                    <a:pt x="1725216" y="128799"/>
                  </a:lnTo>
                  <a:lnTo>
                    <a:pt x="1625382" y="109758"/>
                  </a:lnTo>
                  <a:lnTo>
                    <a:pt x="1525143" y="92430"/>
                  </a:lnTo>
                  <a:lnTo>
                    <a:pt x="1424501" y="76816"/>
                  </a:lnTo>
                  <a:lnTo>
                    <a:pt x="1323456" y="62917"/>
                  </a:lnTo>
                  <a:lnTo>
                    <a:pt x="1222008" y="50732"/>
                  </a:lnTo>
                  <a:lnTo>
                    <a:pt x="1069176" y="35212"/>
                  </a:lnTo>
                  <a:lnTo>
                    <a:pt x="915697" y="22632"/>
                  </a:lnTo>
                  <a:lnTo>
                    <a:pt x="761569" y="12993"/>
                  </a:lnTo>
                  <a:lnTo>
                    <a:pt x="606791" y="6294"/>
                  </a:lnTo>
                  <a:lnTo>
                    <a:pt x="466060" y="2796"/>
                  </a:lnTo>
                  <a:lnTo>
                    <a:pt x="174198" y="2796"/>
                  </a:lnTo>
                  <a:lnTo>
                    <a:pt x="150409" y="2534"/>
                  </a:lnTo>
                  <a:lnTo>
                    <a:pt x="147040" y="2534"/>
                  </a:lnTo>
                  <a:lnTo>
                    <a:pt x="124098" y="2091"/>
                  </a:lnTo>
                  <a:lnTo>
                    <a:pt x="122601" y="2091"/>
                  </a:lnTo>
                  <a:lnTo>
                    <a:pt x="50318" y="275"/>
                  </a:lnTo>
                  <a:lnTo>
                    <a:pt x="26457" y="0"/>
                  </a:lnTo>
                  <a:close/>
                </a:path>
                <a:path extrusionOk="0" h="3497579" w="2218690">
                  <a:moveTo>
                    <a:pt x="357358" y="1712"/>
                  </a:moveTo>
                  <a:lnTo>
                    <a:pt x="295277" y="1712"/>
                  </a:lnTo>
                  <a:lnTo>
                    <a:pt x="190857" y="2796"/>
                  </a:lnTo>
                  <a:lnTo>
                    <a:pt x="466060" y="2796"/>
                  </a:lnTo>
                  <a:lnTo>
                    <a:pt x="413044" y="2091"/>
                  </a:lnTo>
                  <a:lnTo>
                    <a:pt x="429342" y="2091"/>
                  </a:lnTo>
                  <a:lnTo>
                    <a:pt x="357358" y="1712"/>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 name="Google Shape;73;p2"/>
            <p:cNvSpPr/>
            <p:nvPr/>
          </p:nvSpPr>
          <p:spPr>
            <a:xfrm>
              <a:off x="2799169" y="4025944"/>
              <a:ext cx="4008754" cy="3407410"/>
            </a:xfrm>
            <a:custGeom>
              <a:rect b="b" l="l" r="r" t="t"/>
              <a:pathLst>
                <a:path extrusionOk="0" h="3407409" w="4008754">
                  <a:moveTo>
                    <a:pt x="4008412" y="2495550"/>
                  </a:moveTo>
                  <a:lnTo>
                    <a:pt x="1158951" y="2495550"/>
                  </a:lnTo>
                  <a:lnTo>
                    <a:pt x="1158951" y="0"/>
                  </a:lnTo>
                  <a:lnTo>
                    <a:pt x="0" y="0"/>
                  </a:lnTo>
                  <a:lnTo>
                    <a:pt x="0" y="2495550"/>
                  </a:lnTo>
                  <a:lnTo>
                    <a:pt x="0" y="3407410"/>
                  </a:lnTo>
                  <a:lnTo>
                    <a:pt x="4008412" y="3407410"/>
                  </a:lnTo>
                  <a:lnTo>
                    <a:pt x="4008412" y="249555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4" name="Google Shape;74;p2"/>
            <p:cNvSpPr/>
            <p:nvPr/>
          </p:nvSpPr>
          <p:spPr>
            <a:xfrm>
              <a:off x="7025403" y="3997789"/>
              <a:ext cx="5257800" cy="3492500"/>
            </a:xfrm>
            <a:custGeom>
              <a:rect b="b" l="l" r="r" t="t"/>
              <a:pathLst>
                <a:path extrusionOk="0" h="3492500" w="5257800">
                  <a:moveTo>
                    <a:pt x="3307018" y="3479800"/>
                  </a:moveTo>
                  <a:lnTo>
                    <a:pt x="1951599" y="3479800"/>
                  </a:lnTo>
                  <a:lnTo>
                    <a:pt x="2004200" y="3492500"/>
                  </a:lnTo>
                  <a:lnTo>
                    <a:pt x="3254654" y="3492500"/>
                  </a:lnTo>
                  <a:lnTo>
                    <a:pt x="3307018" y="3479800"/>
                  </a:lnTo>
                  <a:close/>
                </a:path>
                <a:path extrusionOk="0" h="3492500" w="5257800">
                  <a:moveTo>
                    <a:pt x="3462173" y="3467100"/>
                  </a:moveTo>
                  <a:lnTo>
                    <a:pt x="1795865" y="3467100"/>
                  </a:lnTo>
                  <a:lnTo>
                    <a:pt x="1847432" y="3479800"/>
                  </a:lnTo>
                  <a:lnTo>
                    <a:pt x="3410777" y="3479800"/>
                  </a:lnTo>
                  <a:lnTo>
                    <a:pt x="3462173" y="3467100"/>
                  </a:lnTo>
                  <a:close/>
                </a:path>
                <a:path extrusionOk="0" h="3492500" w="5257800">
                  <a:moveTo>
                    <a:pt x="3563998" y="3454400"/>
                  </a:moveTo>
                  <a:lnTo>
                    <a:pt x="1693761" y="3454400"/>
                  </a:lnTo>
                  <a:lnTo>
                    <a:pt x="1744641" y="3467100"/>
                  </a:lnTo>
                  <a:lnTo>
                    <a:pt x="3513247" y="3467100"/>
                  </a:lnTo>
                  <a:lnTo>
                    <a:pt x="3563998" y="3454400"/>
                  </a:lnTo>
                  <a:close/>
                </a:path>
                <a:path extrusionOk="0" h="3492500" w="5257800">
                  <a:moveTo>
                    <a:pt x="3664534" y="3441700"/>
                  </a:moveTo>
                  <a:lnTo>
                    <a:pt x="1593030" y="3441700"/>
                  </a:lnTo>
                  <a:lnTo>
                    <a:pt x="1643224" y="3454400"/>
                  </a:lnTo>
                  <a:lnTo>
                    <a:pt x="3614427" y="3454400"/>
                  </a:lnTo>
                  <a:lnTo>
                    <a:pt x="3664534" y="3441700"/>
                  </a:lnTo>
                  <a:close/>
                </a:path>
                <a:path extrusionOk="0" h="3492500" w="5257800">
                  <a:moveTo>
                    <a:pt x="3812919" y="3416300"/>
                  </a:moveTo>
                  <a:lnTo>
                    <a:pt x="1444501" y="3416300"/>
                  </a:lnTo>
                  <a:lnTo>
                    <a:pt x="1543178" y="3441700"/>
                  </a:lnTo>
                  <a:lnTo>
                    <a:pt x="3714318" y="3441700"/>
                  </a:lnTo>
                  <a:lnTo>
                    <a:pt x="3812919" y="3416300"/>
                  </a:lnTo>
                  <a:close/>
                </a:path>
                <a:path extrusionOk="0" h="3492500" w="5257800">
                  <a:moveTo>
                    <a:pt x="3966684" y="101600"/>
                  </a:moveTo>
                  <a:lnTo>
                    <a:pt x="1290771" y="101600"/>
                  </a:lnTo>
                  <a:lnTo>
                    <a:pt x="1239255" y="114300"/>
                  </a:lnTo>
                  <a:lnTo>
                    <a:pt x="1188364" y="139700"/>
                  </a:lnTo>
                  <a:lnTo>
                    <a:pt x="1039436" y="177800"/>
                  </a:lnTo>
                  <a:lnTo>
                    <a:pt x="991042" y="203200"/>
                  </a:lnTo>
                  <a:lnTo>
                    <a:pt x="943272" y="215900"/>
                  </a:lnTo>
                  <a:lnTo>
                    <a:pt x="896127" y="241300"/>
                  </a:lnTo>
                  <a:lnTo>
                    <a:pt x="849607" y="254000"/>
                  </a:lnTo>
                  <a:lnTo>
                    <a:pt x="803919" y="279400"/>
                  </a:lnTo>
                  <a:lnTo>
                    <a:pt x="759287" y="304800"/>
                  </a:lnTo>
                  <a:lnTo>
                    <a:pt x="715713" y="317500"/>
                  </a:lnTo>
                  <a:lnTo>
                    <a:pt x="673196" y="342900"/>
                  </a:lnTo>
                  <a:lnTo>
                    <a:pt x="631737" y="381000"/>
                  </a:lnTo>
                  <a:lnTo>
                    <a:pt x="591335" y="406400"/>
                  </a:lnTo>
                  <a:lnTo>
                    <a:pt x="551991" y="431800"/>
                  </a:lnTo>
                  <a:lnTo>
                    <a:pt x="513706" y="469900"/>
                  </a:lnTo>
                  <a:lnTo>
                    <a:pt x="476479" y="495300"/>
                  </a:lnTo>
                  <a:lnTo>
                    <a:pt x="440311" y="533400"/>
                  </a:lnTo>
                  <a:lnTo>
                    <a:pt x="405202" y="558800"/>
                  </a:lnTo>
                  <a:lnTo>
                    <a:pt x="371290" y="596900"/>
                  </a:lnTo>
                  <a:lnTo>
                    <a:pt x="338747" y="635000"/>
                  </a:lnTo>
                  <a:lnTo>
                    <a:pt x="307573" y="673100"/>
                  </a:lnTo>
                  <a:lnTo>
                    <a:pt x="277768" y="723900"/>
                  </a:lnTo>
                  <a:lnTo>
                    <a:pt x="249333" y="762000"/>
                  </a:lnTo>
                  <a:lnTo>
                    <a:pt x="222266" y="812800"/>
                  </a:lnTo>
                  <a:lnTo>
                    <a:pt x="196569" y="850900"/>
                  </a:lnTo>
                  <a:lnTo>
                    <a:pt x="172241" y="901700"/>
                  </a:lnTo>
                  <a:lnTo>
                    <a:pt x="149283" y="952500"/>
                  </a:lnTo>
                  <a:lnTo>
                    <a:pt x="127693" y="1003300"/>
                  </a:lnTo>
                  <a:lnTo>
                    <a:pt x="107473" y="1054100"/>
                  </a:lnTo>
                  <a:lnTo>
                    <a:pt x="92663" y="1092200"/>
                  </a:lnTo>
                  <a:lnTo>
                    <a:pt x="78952" y="1143000"/>
                  </a:lnTo>
                  <a:lnTo>
                    <a:pt x="66338" y="1181100"/>
                  </a:lnTo>
                  <a:lnTo>
                    <a:pt x="54822" y="1231900"/>
                  </a:lnTo>
                  <a:lnTo>
                    <a:pt x="44404" y="1270000"/>
                  </a:lnTo>
                  <a:lnTo>
                    <a:pt x="35083" y="1320800"/>
                  </a:lnTo>
                  <a:lnTo>
                    <a:pt x="26859" y="1371600"/>
                  </a:lnTo>
                  <a:lnTo>
                    <a:pt x="19732" y="1422400"/>
                  </a:lnTo>
                  <a:lnTo>
                    <a:pt x="13702" y="1473200"/>
                  </a:lnTo>
                  <a:lnTo>
                    <a:pt x="8769" y="1524000"/>
                  </a:lnTo>
                  <a:lnTo>
                    <a:pt x="4932" y="1587500"/>
                  </a:lnTo>
                  <a:lnTo>
                    <a:pt x="2192" y="1638300"/>
                  </a:lnTo>
                  <a:lnTo>
                    <a:pt x="547" y="1689100"/>
                  </a:lnTo>
                  <a:lnTo>
                    <a:pt x="0" y="1752600"/>
                  </a:lnTo>
                  <a:lnTo>
                    <a:pt x="547" y="1803400"/>
                  </a:lnTo>
                  <a:lnTo>
                    <a:pt x="2192" y="1866900"/>
                  </a:lnTo>
                  <a:lnTo>
                    <a:pt x="4932" y="1917700"/>
                  </a:lnTo>
                  <a:lnTo>
                    <a:pt x="8769" y="1968500"/>
                  </a:lnTo>
                  <a:lnTo>
                    <a:pt x="13702" y="2019300"/>
                  </a:lnTo>
                  <a:lnTo>
                    <a:pt x="19732" y="2070100"/>
                  </a:lnTo>
                  <a:lnTo>
                    <a:pt x="26859" y="2120900"/>
                  </a:lnTo>
                  <a:lnTo>
                    <a:pt x="35083" y="2171700"/>
                  </a:lnTo>
                  <a:lnTo>
                    <a:pt x="44404" y="2222500"/>
                  </a:lnTo>
                  <a:lnTo>
                    <a:pt x="54822" y="2260600"/>
                  </a:lnTo>
                  <a:lnTo>
                    <a:pt x="66338" y="2311400"/>
                  </a:lnTo>
                  <a:lnTo>
                    <a:pt x="78952" y="2349500"/>
                  </a:lnTo>
                  <a:lnTo>
                    <a:pt x="92663" y="2400300"/>
                  </a:lnTo>
                  <a:lnTo>
                    <a:pt x="107473" y="2438400"/>
                  </a:lnTo>
                  <a:lnTo>
                    <a:pt x="127693" y="2489200"/>
                  </a:lnTo>
                  <a:lnTo>
                    <a:pt x="149283" y="2540000"/>
                  </a:lnTo>
                  <a:lnTo>
                    <a:pt x="172241" y="2590800"/>
                  </a:lnTo>
                  <a:lnTo>
                    <a:pt x="196569" y="2628900"/>
                  </a:lnTo>
                  <a:lnTo>
                    <a:pt x="222266" y="2679700"/>
                  </a:lnTo>
                  <a:lnTo>
                    <a:pt x="249333" y="2717800"/>
                  </a:lnTo>
                  <a:lnTo>
                    <a:pt x="277768" y="2768600"/>
                  </a:lnTo>
                  <a:lnTo>
                    <a:pt x="307573" y="2806700"/>
                  </a:lnTo>
                  <a:lnTo>
                    <a:pt x="338747" y="2844800"/>
                  </a:lnTo>
                  <a:lnTo>
                    <a:pt x="371290" y="2882900"/>
                  </a:lnTo>
                  <a:lnTo>
                    <a:pt x="405202" y="2921000"/>
                  </a:lnTo>
                  <a:lnTo>
                    <a:pt x="440311" y="2959100"/>
                  </a:lnTo>
                  <a:lnTo>
                    <a:pt x="476479" y="2984500"/>
                  </a:lnTo>
                  <a:lnTo>
                    <a:pt x="513706" y="3022600"/>
                  </a:lnTo>
                  <a:lnTo>
                    <a:pt x="551991" y="3048000"/>
                  </a:lnTo>
                  <a:lnTo>
                    <a:pt x="591335" y="3086100"/>
                  </a:lnTo>
                  <a:lnTo>
                    <a:pt x="631737" y="3111500"/>
                  </a:lnTo>
                  <a:lnTo>
                    <a:pt x="673196" y="3136900"/>
                  </a:lnTo>
                  <a:lnTo>
                    <a:pt x="715713" y="3162300"/>
                  </a:lnTo>
                  <a:lnTo>
                    <a:pt x="759287" y="3187700"/>
                  </a:lnTo>
                  <a:lnTo>
                    <a:pt x="803919" y="3213100"/>
                  </a:lnTo>
                  <a:lnTo>
                    <a:pt x="849607" y="3225800"/>
                  </a:lnTo>
                  <a:lnTo>
                    <a:pt x="943272" y="3276600"/>
                  </a:lnTo>
                  <a:lnTo>
                    <a:pt x="991042" y="3289300"/>
                  </a:lnTo>
                  <a:lnTo>
                    <a:pt x="1039436" y="3314700"/>
                  </a:lnTo>
                  <a:lnTo>
                    <a:pt x="1188364" y="3352800"/>
                  </a:lnTo>
                  <a:lnTo>
                    <a:pt x="1239255" y="3378200"/>
                  </a:lnTo>
                  <a:lnTo>
                    <a:pt x="1395674" y="3416300"/>
                  </a:lnTo>
                  <a:lnTo>
                    <a:pt x="3861735" y="3416300"/>
                  </a:lnTo>
                  <a:lnTo>
                    <a:pt x="4018257" y="3378200"/>
                  </a:lnTo>
                  <a:lnTo>
                    <a:pt x="4069229" y="3352800"/>
                  </a:lnTo>
                  <a:lnTo>
                    <a:pt x="4218545" y="3314700"/>
                  </a:lnTo>
                  <a:lnTo>
                    <a:pt x="4267119" y="3289300"/>
                  </a:lnTo>
                  <a:lnTo>
                    <a:pt x="4315093" y="3276600"/>
                  </a:lnTo>
                  <a:lnTo>
                    <a:pt x="4409247" y="3225800"/>
                  </a:lnTo>
                  <a:lnTo>
                    <a:pt x="4455166" y="3213100"/>
                  </a:lnTo>
                  <a:lnTo>
                    <a:pt x="4499980" y="3187700"/>
                  </a:lnTo>
                  <a:lnTo>
                    <a:pt x="4543691" y="3162300"/>
                  </a:lnTo>
                  <a:lnTo>
                    <a:pt x="4586297" y="3136900"/>
                  </a:lnTo>
                  <a:lnTo>
                    <a:pt x="4627800" y="3111500"/>
                  </a:lnTo>
                  <a:lnTo>
                    <a:pt x="4668200" y="3086100"/>
                  </a:lnTo>
                  <a:lnTo>
                    <a:pt x="4707496" y="3048000"/>
                  </a:lnTo>
                  <a:lnTo>
                    <a:pt x="4745689" y="3022600"/>
                  </a:lnTo>
                  <a:lnTo>
                    <a:pt x="4782780" y="2984500"/>
                  </a:lnTo>
                  <a:lnTo>
                    <a:pt x="4818768" y="2959100"/>
                  </a:lnTo>
                  <a:lnTo>
                    <a:pt x="4853653" y="2921000"/>
                  </a:lnTo>
                  <a:lnTo>
                    <a:pt x="4887319" y="2882900"/>
                  </a:lnTo>
                  <a:lnTo>
                    <a:pt x="4919665" y="2844800"/>
                  </a:lnTo>
                  <a:lnTo>
                    <a:pt x="4950692" y="2806700"/>
                  </a:lnTo>
                  <a:lnTo>
                    <a:pt x="4980398" y="2768600"/>
                  </a:lnTo>
                  <a:lnTo>
                    <a:pt x="5008785" y="2717800"/>
                  </a:lnTo>
                  <a:lnTo>
                    <a:pt x="5035852" y="2679700"/>
                  </a:lnTo>
                  <a:lnTo>
                    <a:pt x="5061599" y="2628900"/>
                  </a:lnTo>
                  <a:lnTo>
                    <a:pt x="5086026" y="2590800"/>
                  </a:lnTo>
                  <a:lnTo>
                    <a:pt x="5091802" y="2578100"/>
                  </a:lnTo>
                  <a:lnTo>
                    <a:pt x="2530519" y="2578100"/>
                  </a:lnTo>
                  <a:lnTo>
                    <a:pt x="2481257" y="2565400"/>
                  </a:lnTo>
                  <a:lnTo>
                    <a:pt x="2283040" y="2565400"/>
                  </a:lnTo>
                  <a:lnTo>
                    <a:pt x="2233482" y="2552700"/>
                  </a:lnTo>
                  <a:lnTo>
                    <a:pt x="2184398" y="2552700"/>
                  </a:lnTo>
                  <a:lnTo>
                    <a:pt x="2135787" y="2540000"/>
                  </a:lnTo>
                  <a:lnTo>
                    <a:pt x="2087652" y="2540000"/>
                  </a:lnTo>
                  <a:lnTo>
                    <a:pt x="2039993" y="2527300"/>
                  </a:lnTo>
                  <a:lnTo>
                    <a:pt x="1992811" y="2527300"/>
                  </a:lnTo>
                  <a:lnTo>
                    <a:pt x="1946108" y="2514600"/>
                  </a:lnTo>
                  <a:lnTo>
                    <a:pt x="1788884" y="2476500"/>
                  </a:lnTo>
                  <a:lnTo>
                    <a:pt x="1738903" y="2463800"/>
                  </a:lnTo>
                  <a:lnTo>
                    <a:pt x="1690132" y="2438400"/>
                  </a:lnTo>
                  <a:lnTo>
                    <a:pt x="1642567" y="2425700"/>
                  </a:lnTo>
                  <a:lnTo>
                    <a:pt x="1596608" y="2400300"/>
                  </a:lnTo>
                  <a:lnTo>
                    <a:pt x="1552674" y="2387600"/>
                  </a:lnTo>
                  <a:lnTo>
                    <a:pt x="1510761" y="2362200"/>
                  </a:lnTo>
                  <a:lnTo>
                    <a:pt x="1470866" y="2336800"/>
                  </a:lnTo>
                  <a:lnTo>
                    <a:pt x="1432987" y="2311400"/>
                  </a:lnTo>
                  <a:lnTo>
                    <a:pt x="1397119" y="2273300"/>
                  </a:lnTo>
                  <a:lnTo>
                    <a:pt x="1363440" y="2247900"/>
                  </a:lnTo>
                  <a:lnTo>
                    <a:pt x="1332097" y="2209800"/>
                  </a:lnTo>
                  <a:lnTo>
                    <a:pt x="1303091" y="2171700"/>
                  </a:lnTo>
                  <a:lnTo>
                    <a:pt x="1276423" y="2133600"/>
                  </a:lnTo>
                  <a:lnTo>
                    <a:pt x="1252096" y="2095500"/>
                  </a:lnTo>
                  <a:lnTo>
                    <a:pt x="1230109" y="2057400"/>
                  </a:lnTo>
                  <a:lnTo>
                    <a:pt x="1210861" y="2006600"/>
                  </a:lnTo>
                  <a:lnTo>
                    <a:pt x="1194763" y="1968500"/>
                  </a:lnTo>
                  <a:lnTo>
                    <a:pt x="1181813" y="1917700"/>
                  </a:lnTo>
                  <a:lnTo>
                    <a:pt x="1172012" y="1866900"/>
                  </a:lnTo>
                  <a:lnTo>
                    <a:pt x="1165361" y="1803400"/>
                  </a:lnTo>
                  <a:lnTo>
                    <a:pt x="1161859" y="1752600"/>
                  </a:lnTo>
                  <a:lnTo>
                    <a:pt x="1164426" y="1701800"/>
                  </a:lnTo>
                  <a:lnTo>
                    <a:pt x="1170230" y="1638300"/>
                  </a:lnTo>
                  <a:lnTo>
                    <a:pt x="1179267" y="1587500"/>
                  </a:lnTo>
                  <a:lnTo>
                    <a:pt x="1191537" y="1536700"/>
                  </a:lnTo>
                  <a:lnTo>
                    <a:pt x="1207036" y="1498600"/>
                  </a:lnTo>
                  <a:lnTo>
                    <a:pt x="1225763" y="1447800"/>
                  </a:lnTo>
                  <a:lnTo>
                    <a:pt x="1247338" y="1409700"/>
                  </a:lnTo>
                  <a:lnTo>
                    <a:pt x="1271415" y="1371600"/>
                  </a:lnTo>
                  <a:lnTo>
                    <a:pt x="1297997" y="1333500"/>
                  </a:lnTo>
                  <a:lnTo>
                    <a:pt x="1327084" y="1295400"/>
                  </a:lnTo>
                  <a:lnTo>
                    <a:pt x="1358679" y="1270000"/>
                  </a:lnTo>
                  <a:lnTo>
                    <a:pt x="1392784" y="1231900"/>
                  </a:lnTo>
                  <a:lnTo>
                    <a:pt x="1429123" y="1206500"/>
                  </a:lnTo>
                  <a:lnTo>
                    <a:pt x="1467481" y="1181100"/>
                  </a:lnTo>
                  <a:lnTo>
                    <a:pt x="1507859" y="1155700"/>
                  </a:lnTo>
                  <a:lnTo>
                    <a:pt x="1550259" y="1130300"/>
                  </a:lnTo>
                  <a:lnTo>
                    <a:pt x="1594679" y="1104900"/>
                  </a:lnTo>
                  <a:lnTo>
                    <a:pt x="1641122" y="1079500"/>
                  </a:lnTo>
                  <a:lnTo>
                    <a:pt x="1689079" y="1066800"/>
                  </a:lnTo>
                  <a:lnTo>
                    <a:pt x="1738093" y="1041400"/>
                  </a:lnTo>
                  <a:lnTo>
                    <a:pt x="1944663" y="990600"/>
                  </a:lnTo>
                  <a:lnTo>
                    <a:pt x="1991021" y="977900"/>
                  </a:lnTo>
                  <a:lnTo>
                    <a:pt x="2037966" y="977900"/>
                  </a:lnTo>
                  <a:lnTo>
                    <a:pt x="2133631" y="952500"/>
                  </a:lnTo>
                  <a:lnTo>
                    <a:pt x="2182355" y="952500"/>
                  </a:lnTo>
                  <a:lnTo>
                    <a:pt x="2231675" y="939800"/>
                  </a:lnTo>
                  <a:lnTo>
                    <a:pt x="2381648" y="939800"/>
                  </a:lnTo>
                  <a:lnTo>
                    <a:pt x="2431408" y="927100"/>
                  </a:lnTo>
                  <a:lnTo>
                    <a:pt x="5097579" y="927100"/>
                  </a:lnTo>
                  <a:lnTo>
                    <a:pt x="5086026" y="901700"/>
                  </a:lnTo>
                  <a:lnTo>
                    <a:pt x="5061599" y="850900"/>
                  </a:lnTo>
                  <a:lnTo>
                    <a:pt x="5035852" y="812800"/>
                  </a:lnTo>
                  <a:lnTo>
                    <a:pt x="5008785" y="762000"/>
                  </a:lnTo>
                  <a:lnTo>
                    <a:pt x="4980398" y="723900"/>
                  </a:lnTo>
                  <a:lnTo>
                    <a:pt x="4950692" y="673100"/>
                  </a:lnTo>
                  <a:lnTo>
                    <a:pt x="4919665" y="635000"/>
                  </a:lnTo>
                  <a:lnTo>
                    <a:pt x="4887319" y="596900"/>
                  </a:lnTo>
                  <a:lnTo>
                    <a:pt x="4853653" y="558800"/>
                  </a:lnTo>
                  <a:lnTo>
                    <a:pt x="4818768" y="533400"/>
                  </a:lnTo>
                  <a:lnTo>
                    <a:pt x="4782780" y="495300"/>
                  </a:lnTo>
                  <a:lnTo>
                    <a:pt x="4745689" y="469900"/>
                  </a:lnTo>
                  <a:lnTo>
                    <a:pt x="4707496" y="431800"/>
                  </a:lnTo>
                  <a:lnTo>
                    <a:pt x="4668200" y="406400"/>
                  </a:lnTo>
                  <a:lnTo>
                    <a:pt x="4627800" y="381000"/>
                  </a:lnTo>
                  <a:lnTo>
                    <a:pt x="4586297" y="342900"/>
                  </a:lnTo>
                  <a:lnTo>
                    <a:pt x="4543691" y="317500"/>
                  </a:lnTo>
                  <a:lnTo>
                    <a:pt x="4499980" y="304800"/>
                  </a:lnTo>
                  <a:lnTo>
                    <a:pt x="4455166" y="279400"/>
                  </a:lnTo>
                  <a:lnTo>
                    <a:pt x="4409247" y="254000"/>
                  </a:lnTo>
                  <a:lnTo>
                    <a:pt x="4362469" y="241300"/>
                  </a:lnTo>
                  <a:lnTo>
                    <a:pt x="4315093" y="215900"/>
                  </a:lnTo>
                  <a:lnTo>
                    <a:pt x="4267119" y="203200"/>
                  </a:lnTo>
                  <a:lnTo>
                    <a:pt x="4218545" y="177800"/>
                  </a:lnTo>
                  <a:lnTo>
                    <a:pt x="4069229" y="139700"/>
                  </a:lnTo>
                  <a:lnTo>
                    <a:pt x="4018257" y="114300"/>
                  </a:lnTo>
                  <a:lnTo>
                    <a:pt x="3966684" y="101600"/>
                  </a:lnTo>
                  <a:close/>
                </a:path>
                <a:path extrusionOk="0" h="3492500" w="5257800">
                  <a:moveTo>
                    <a:pt x="5097579" y="927100"/>
                  </a:moveTo>
                  <a:lnTo>
                    <a:pt x="2825969" y="927100"/>
                  </a:lnTo>
                  <a:lnTo>
                    <a:pt x="2875736" y="939800"/>
                  </a:lnTo>
                  <a:lnTo>
                    <a:pt x="2975815" y="939800"/>
                  </a:lnTo>
                  <a:lnTo>
                    <a:pt x="3025746" y="952500"/>
                  </a:lnTo>
                  <a:lnTo>
                    <a:pt x="3124015" y="952500"/>
                  </a:lnTo>
                  <a:lnTo>
                    <a:pt x="3220162" y="977900"/>
                  </a:lnTo>
                  <a:lnTo>
                    <a:pt x="3267441" y="977900"/>
                  </a:lnTo>
                  <a:lnTo>
                    <a:pt x="3314192" y="990600"/>
                  </a:lnTo>
                  <a:lnTo>
                    <a:pt x="3367845" y="1003300"/>
                  </a:lnTo>
                  <a:lnTo>
                    <a:pt x="3522032" y="1041400"/>
                  </a:lnTo>
                  <a:lnTo>
                    <a:pt x="3571169" y="1066800"/>
                  </a:lnTo>
                  <a:lnTo>
                    <a:pt x="3619177" y="1079500"/>
                  </a:lnTo>
                  <a:lnTo>
                    <a:pt x="3665562" y="1104900"/>
                  </a:lnTo>
                  <a:lnTo>
                    <a:pt x="3709857" y="1130300"/>
                  </a:lnTo>
                  <a:lnTo>
                    <a:pt x="3752059" y="1155700"/>
                  </a:lnTo>
                  <a:lnTo>
                    <a:pt x="3792165" y="1181100"/>
                  </a:lnTo>
                  <a:lnTo>
                    <a:pt x="3830170" y="1206500"/>
                  </a:lnTo>
                  <a:lnTo>
                    <a:pt x="3866070" y="1231900"/>
                  </a:lnTo>
                  <a:lnTo>
                    <a:pt x="3906217" y="1270000"/>
                  </a:lnTo>
                  <a:lnTo>
                    <a:pt x="3942990" y="1308100"/>
                  </a:lnTo>
                  <a:lnTo>
                    <a:pt x="3976391" y="1358900"/>
                  </a:lnTo>
                  <a:lnTo>
                    <a:pt x="4006424" y="1397000"/>
                  </a:lnTo>
                  <a:lnTo>
                    <a:pt x="4033091" y="1447800"/>
                  </a:lnTo>
                  <a:lnTo>
                    <a:pt x="4052177" y="1498600"/>
                  </a:lnTo>
                  <a:lnTo>
                    <a:pt x="4067792" y="1536700"/>
                  </a:lnTo>
                  <a:lnTo>
                    <a:pt x="4079937" y="1587500"/>
                  </a:lnTo>
                  <a:lnTo>
                    <a:pt x="4088611" y="1638300"/>
                  </a:lnTo>
                  <a:lnTo>
                    <a:pt x="4093815" y="1701800"/>
                  </a:lnTo>
                  <a:lnTo>
                    <a:pt x="4095550" y="1752600"/>
                  </a:lnTo>
                  <a:lnTo>
                    <a:pt x="4092688" y="1803400"/>
                  </a:lnTo>
                  <a:lnTo>
                    <a:pt x="4086711" y="1866900"/>
                  </a:lnTo>
                  <a:lnTo>
                    <a:pt x="4077619" y="1917700"/>
                  </a:lnTo>
                  <a:lnTo>
                    <a:pt x="4065411" y="1968500"/>
                  </a:lnTo>
                  <a:lnTo>
                    <a:pt x="4050085" y="2019300"/>
                  </a:lnTo>
                  <a:lnTo>
                    <a:pt x="4031641" y="2057400"/>
                  </a:lnTo>
                  <a:lnTo>
                    <a:pt x="4010077" y="2095500"/>
                  </a:lnTo>
                  <a:lnTo>
                    <a:pt x="3985392" y="2146300"/>
                  </a:lnTo>
                  <a:lnTo>
                    <a:pt x="3957586" y="2171700"/>
                  </a:lnTo>
                  <a:lnTo>
                    <a:pt x="3923335" y="2222500"/>
                  </a:lnTo>
                  <a:lnTo>
                    <a:pt x="3886683" y="2247900"/>
                  </a:lnTo>
                  <a:lnTo>
                    <a:pt x="3847627" y="2286000"/>
                  </a:lnTo>
                  <a:lnTo>
                    <a:pt x="3806169" y="2324100"/>
                  </a:lnTo>
                  <a:lnTo>
                    <a:pt x="3762306" y="2349500"/>
                  </a:lnTo>
                  <a:lnTo>
                    <a:pt x="3716039" y="2374900"/>
                  </a:lnTo>
                  <a:lnTo>
                    <a:pt x="3667366" y="2400300"/>
                  </a:lnTo>
                  <a:lnTo>
                    <a:pt x="3616287" y="2425700"/>
                  </a:lnTo>
                  <a:lnTo>
                    <a:pt x="3573952" y="2438400"/>
                  </a:lnTo>
                  <a:lnTo>
                    <a:pt x="3530598" y="2463800"/>
                  </a:lnTo>
                  <a:lnTo>
                    <a:pt x="3486226" y="2476500"/>
                  </a:lnTo>
                  <a:lnTo>
                    <a:pt x="3347009" y="2514600"/>
                  </a:lnTo>
                  <a:lnTo>
                    <a:pt x="3298572" y="2514600"/>
                  </a:lnTo>
                  <a:lnTo>
                    <a:pt x="3198652" y="2540000"/>
                  </a:lnTo>
                  <a:lnTo>
                    <a:pt x="3147171" y="2540000"/>
                  </a:lnTo>
                  <a:lnTo>
                    <a:pt x="3095191" y="2552700"/>
                  </a:lnTo>
                  <a:lnTo>
                    <a:pt x="2991319" y="2552700"/>
                  </a:lnTo>
                  <a:lnTo>
                    <a:pt x="2939427" y="2565400"/>
                  </a:lnTo>
                  <a:lnTo>
                    <a:pt x="2783930" y="2565400"/>
                  </a:lnTo>
                  <a:lnTo>
                    <a:pt x="2732158" y="2578100"/>
                  </a:lnTo>
                  <a:lnTo>
                    <a:pt x="5091802" y="2578100"/>
                  </a:lnTo>
                  <a:lnTo>
                    <a:pt x="5109132" y="2540000"/>
                  </a:lnTo>
                  <a:lnTo>
                    <a:pt x="5130917" y="2489200"/>
                  </a:lnTo>
                  <a:lnTo>
                    <a:pt x="5151382" y="2438400"/>
                  </a:lnTo>
                  <a:lnTo>
                    <a:pt x="5166372" y="2400300"/>
                  </a:lnTo>
                  <a:lnTo>
                    <a:pt x="5180220" y="2349500"/>
                  </a:lnTo>
                  <a:lnTo>
                    <a:pt x="5192926" y="2311400"/>
                  </a:lnTo>
                  <a:lnTo>
                    <a:pt x="5204492" y="2260600"/>
                  </a:lnTo>
                  <a:lnTo>
                    <a:pt x="5214916" y="2222500"/>
                  </a:lnTo>
                  <a:lnTo>
                    <a:pt x="5224199" y="2171700"/>
                  </a:lnTo>
                  <a:lnTo>
                    <a:pt x="5232341" y="2120900"/>
                  </a:lnTo>
                  <a:lnTo>
                    <a:pt x="5239343" y="2070100"/>
                  </a:lnTo>
                  <a:lnTo>
                    <a:pt x="5245205" y="2019300"/>
                  </a:lnTo>
                  <a:lnTo>
                    <a:pt x="5249926" y="1968500"/>
                  </a:lnTo>
                  <a:lnTo>
                    <a:pt x="5253507" y="1917700"/>
                  </a:lnTo>
                  <a:lnTo>
                    <a:pt x="5255948" y="1866900"/>
                  </a:lnTo>
                  <a:lnTo>
                    <a:pt x="5257249" y="1803400"/>
                  </a:lnTo>
                  <a:lnTo>
                    <a:pt x="5257410" y="1752600"/>
                  </a:lnTo>
                  <a:lnTo>
                    <a:pt x="5257281" y="1701800"/>
                  </a:lnTo>
                  <a:lnTo>
                    <a:pt x="5257249" y="1689100"/>
                  </a:lnTo>
                  <a:lnTo>
                    <a:pt x="5255948" y="1638300"/>
                  </a:lnTo>
                  <a:lnTo>
                    <a:pt x="5253507" y="1587500"/>
                  </a:lnTo>
                  <a:lnTo>
                    <a:pt x="5249926" y="1524000"/>
                  </a:lnTo>
                  <a:lnTo>
                    <a:pt x="5245205" y="1473200"/>
                  </a:lnTo>
                  <a:lnTo>
                    <a:pt x="5239343" y="1422400"/>
                  </a:lnTo>
                  <a:lnTo>
                    <a:pt x="5232341" y="1371600"/>
                  </a:lnTo>
                  <a:lnTo>
                    <a:pt x="5224199" y="1320800"/>
                  </a:lnTo>
                  <a:lnTo>
                    <a:pt x="5214916" y="1270000"/>
                  </a:lnTo>
                  <a:lnTo>
                    <a:pt x="5204492" y="1231900"/>
                  </a:lnTo>
                  <a:lnTo>
                    <a:pt x="5192926" y="1181100"/>
                  </a:lnTo>
                  <a:lnTo>
                    <a:pt x="5180220" y="1143000"/>
                  </a:lnTo>
                  <a:lnTo>
                    <a:pt x="5166372" y="1092200"/>
                  </a:lnTo>
                  <a:lnTo>
                    <a:pt x="5151382" y="1054100"/>
                  </a:lnTo>
                  <a:lnTo>
                    <a:pt x="5130917" y="1003300"/>
                  </a:lnTo>
                  <a:lnTo>
                    <a:pt x="5109132" y="952500"/>
                  </a:lnTo>
                  <a:lnTo>
                    <a:pt x="5097579" y="927100"/>
                  </a:lnTo>
                  <a:close/>
                </a:path>
                <a:path extrusionOk="0" h="3492500" w="5257800">
                  <a:moveTo>
                    <a:pt x="3763779" y="63500"/>
                  </a:moveTo>
                  <a:lnTo>
                    <a:pt x="1493668" y="63500"/>
                  </a:lnTo>
                  <a:lnTo>
                    <a:pt x="1395674" y="88900"/>
                  </a:lnTo>
                  <a:lnTo>
                    <a:pt x="1342910" y="101600"/>
                  </a:lnTo>
                  <a:lnTo>
                    <a:pt x="3914510" y="101600"/>
                  </a:lnTo>
                  <a:lnTo>
                    <a:pt x="3861735" y="88900"/>
                  </a:lnTo>
                  <a:lnTo>
                    <a:pt x="3763779" y="63500"/>
                  </a:lnTo>
                  <a:close/>
                </a:path>
                <a:path extrusionOk="0" h="3492500" w="5257800">
                  <a:moveTo>
                    <a:pt x="3614427" y="38100"/>
                  </a:moveTo>
                  <a:lnTo>
                    <a:pt x="1643224" y="38100"/>
                  </a:lnTo>
                  <a:lnTo>
                    <a:pt x="1543178" y="63500"/>
                  </a:lnTo>
                  <a:lnTo>
                    <a:pt x="3714318" y="63500"/>
                  </a:lnTo>
                  <a:lnTo>
                    <a:pt x="3614427" y="38100"/>
                  </a:lnTo>
                  <a:close/>
                </a:path>
                <a:path extrusionOk="0" h="3492500" w="5257800">
                  <a:moveTo>
                    <a:pt x="3513247" y="25400"/>
                  </a:moveTo>
                  <a:lnTo>
                    <a:pt x="1744641" y="25400"/>
                  </a:lnTo>
                  <a:lnTo>
                    <a:pt x="1693761" y="38100"/>
                  </a:lnTo>
                  <a:lnTo>
                    <a:pt x="3563998" y="38100"/>
                  </a:lnTo>
                  <a:lnTo>
                    <a:pt x="3513247" y="25400"/>
                  </a:lnTo>
                  <a:close/>
                </a:path>
                <a:path extrusionOk="0" h="3492500" w="5257800">
                  <a:moveTo>
                    <a:pt x="3359059" y="12700"/>
                  </a:moveTo>
                  <a:lnTo>
                    <a:pt x="1899344" y="12700"/>
                  </a:lnTo>
                  <a:lnTo>
                    <a:pt x="1847432" y="25400"/>
                  </a:lnTo>
                  <a:lnTo>
                    <a:pt x="3410777" y="25400"/>
                  </a:lnTo>
                  <a:lnTo>
                    <a:pt x="3359059" y="12700"/>
                  </a:lnTo>
                  <a:close/>
                </a:path>
                <a:path extrusionOk="0" h="3492500" w="5257800">
                  <a:moveTo>
                    <a:pt x="3097333" y="0"/>
                  </a:moveTo>
                  <a:lnTo>
                    <a:pt x="2161944" y="0"/>
                  </a:lnTo>
                  <a:lnTo>
                    <a:pt x="2109482" y="12700"/>
                  </a:lnTo>
                  <a:lnTo>
                    <a:pt x="3149710" y="12700"/>
                  </a:lnTo>
                  <a:lnTo>
                    <a:pt x="309733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5" name="Google Shape;75;p2"/>
            <p:cNvSpPr/>
            <p:nvPr/>
          </p:nvSpPr>
          <p:spPr>
            <a:xfrm>
              <a:off x="12863716" y="4017714"/>
              <a:ext cx="7240905" cy="3416300"/>
            </a:xfrm>
            <a:custGeom>
              <a:rect b="b" l="l" r="r" t="t"/>
              <a:pathLst>
                <a:path extrusionOk="0" h="3416300" w="7240905">
                  <a:moveTo>
                    <a:pt x="4583519" y="2468943"/>
                  </a:moveTo>
                  <a:lnTo>
                    <a:pt x="4582350" y="2420899"/>
                  </a:lnTo>
                  <a:lnTo>
                    <a:pt x="4578832" y="2373592"/>
                  </a:lnTo>
                  <a:lnTo>
                    <a:pt x="4572978" y="2326995"/>
                  </a:lnTo>
                  <a:lnTo>
                    <a:pt x="4564786" y="2281123"/>
                  </a:lnTo>
                  <a:lnTo>
                    <a:pt x="4554258" y="2235962"/>
                  </a:lnTo>
                  <a:lnTo>
                    <a:pt x="4541393" y="2191524"/>
                  </a:lnTo>
                  <a:lnTo>
                    <a:pt x="4523270" y="2139492"/>
                  </a:lnTo>
                  <a:lnTo>
                    <a:pt x="4511853" y="2111654"/>
                  </a:lnTo>
                  <a:lnTo>
                    <a:pt x="4502594" y="2089073"/>
                  </a:lnTo>
                  <a:lnTo>
                    <a:pt x="4479353" y="2040280"/>
                  </a:lnTo>
                  <a:lnTo>
                    <a:pt x="4453560" y="1993099"/>
                  </a:lnTo>
                  <a:lnTo>
                    <a:pt x="4425213" y="1947545"/>
                  </a:lnTo>
                  <a:lnTo>
                    <a:pt x="4394428" y="1903818"/>
                  </a:lnTo>
                  <a:lnTo>
                    <a:pt x="4361319" y="1862048"/>
                  </a:lnTo>
                  <a:lnTo>
                    <a:pt x="4325874" y="1822246"/>
                  </a:lnTo>
                  <a:lnTo>
                    <a:pt x="4288117" y="1784426"/>
                  </a:lnTo>
                  <a:lnTo>
                    <a:pt x="4248048" y="1748574"/>
                  </a:lnTo>
                  <a:lnTo>
                    <a:pt x="4205922" y="1714995"/>
                  </a:lnTo>
                  <a:lnTo>
                    <a:pt x="4162056" y="1683981"/>
                  </a:lnTo>
                  <a:lnTo>
                    <a:pt x="4116451" y="1655521"/>
                  </a:lnTo>
                  <a:lnTo>
                    <a:pt x="4069105" y="1629613"/>
                  </a:lnTo>
                  <a:lnTo>
                    <a:pt x="4020045" y="1606257"/>
                  </a:lnTo>
                  <a:lnTo>
                    <a:pt x="4051516" y="1574482"/>
                  </a:lnTo>
                  <a:lnTo>
                    <a:pt x="4082097" y="1540167"/>
                  </a:lnTo>
                  <a:lnTo>
                    <a:pt x="4111790" y="1503324"/>
                  </a:lnTo>
                  <a:lnTo>
                    <a:pt x="4140555" y="1463916"/>
                  </a:lnTo>
                  <a:lnTo>
                    <a:pt x="4167975" y="1422641"/>
                  </a:lnTo>
                  <a:lnTo>
                    <a:pt x="4193565" y="1380070"/>
                  </a:lnTo>
                  <a:lnTo>
                    <a:pt x="4217352" y="1336217"/>
                  </a:lnTo>
                  <a:lnTo>
                    <a:pt x="4228719" y="1312862"/>
                  </a:lnTo>
                  <a:lnTo>
                    <a:pt x="4239336" y="1291094"/>
                  </a:lnTo>
                  <a:lnTo>
                    <a:pt x="4259288" y="1245069"/>
                  </a:lnTo>
                  <a:lnTo>
                    <a:pt x="4277068" y="1198511"/>
                  </a:lnTo>
                  <a:lnTo>
                    <a:pt x="4292689" y="1151394"/>
                  </a:lnTo>
                  <a:lnTo>
                    <a:pt x="4306138" y="1103757"/>
                  </a:lnTo>
                  <a:lnTo>
                    <a:pt x="4316920" y="1055827"/>
                  </a:lnTo>
                  <a:lnTo>
                    <a:pt x="4324629" y="1007897"/>
                  </a:lnTo>
                  <a:lnTo>
                    <a:pt x="4329265" y="959967"/>
                  </a:lnTo>
                  <a:lnTo>
                    <a:pt x="4330814" y="912037"/>
                  </a:lnTo>
                  <a:lnTo>
                    <a:pt x="4329366" y="858596"/>
                  </a:lnTo>
                  <a:lnTo>
                    <a:pt x="4325112" y="807478"/>
                  </a:lnTo>
                  <a:lnTo>
                    <a:pt x="4325010" y="806170"/>
                  </a:lnTo>
                  <a:lnTo>
                    <a:pt x="4317746" y="754748"/>
                  </a:lnTo>
                  <a:lnTo>
                    <a:pt x="4307586" y="704329"/>
                  </a:lnTo>
                  <a:lnTo>
                    <a:pt x="4294517" y="654926"/>
                  </a:lnTo>
                  <a:lnTo>
                    <a:pt x="4278541" y="606526"/>
                  </a:lnTo>
                  <a:lnTo>
                    <a:pt x="4259669" y="559142"/>
                  </a:lnTo>
                  <a:lnTo>
                    <a:pt x="4238282" y="513118"/>
                  </a:lnTo>
                  <a:lnTo>
                    <a:pt x="4214838" y="468807"/>
                  </a:lnTo>
                  <a:lnTo>
                    <a:pt x="4189311" y="426212"/>
                  </a:lnTo>
                  <a:lnTo>
                    <a:pt x="4161726" y="385330"/>
                  </a:lnTo>
                  <a:lnTo>
                    <a:pt x="4132059" y="346163"/>
                  </a:lnTo>
                  <a:lnTo>
                    <a:pt x="4100322" y="308724"/>
                  </a:lnTo>
                  <a:lnTo>
                    <a:pt x="4066502" y="273011"/>
                  </a:lnTo>
                  <a:lnTo>
                    <a:pt x="4030789" y="239204"/>
                  </a:lnTo>
                  <a:lnTo>
                    <a:pt x="3993350" y="207454"/>
                  </a:lnTo>
                  <a:lnTo>
                    <a:pt x="3954195" y="177800"/>
                  </a:lnTo>
                  <a:lnTo>
                    <a:pt x="3913314" y="150202"/>
                  </a:lnTo>
                  <a:lnTo>
                    <a:pt x="3870731" y="124688"/>
                  </a:lnTo>
                  <a:lnTo>
                    <a:pt x="3826421" y="101244"/>
                  </a:lnTo>
                  <a:lnTo>
                    <a:pt x="3780409" y="79870"/>
                  </a:lnTo>
                  <a:lnTo>
                    <a:pt x="3733000" y="60998"/>
                  </a:lnTo>
                  <a:lnTo>
                    <a:pt x="3684600" y="45021"/>
                  </a:lnTo>
                  <a:lnTo>
                    <a:pt x="3635184" y="31953"/>
                  </a:lnTo>
                  <a:lnTo>
                    <a:pt x="3584765" y="21780"/>
                  </a:lnTo>
                  <a:lnTo>
                    <a:pt x="3533343" y="14516"/>
                  </a:lnTo>
                  <a:lnTo>
                    <a:pt x="3480917" y="10147"/>
                  </a:lnTo>
                  <a:lnTo>
                    <a:pt x="3427488" y="8699"/>
                  </a:lnTo>
                  <a:lnTo>
                    <a:pt x="3427488" y="2364359"/>
                  </a:lnTo>
                  <a:lnTo>
                    <a:pt x="3422853" y="2414740"/>
                  </a:lnTo>
                  <a:lnTo>
                    <a:pt x="3408972" y="2461310"/>
                  </a:lnTo>
                  <a:lnTo>
                    <a:pt x="3385820" y="2504059"/>
                  </a:lnTo>
                  <a:lnTo>
                    <a:pt x="3353409" y="2543010"/>
                  </a:lnTo>
                  <a:lnTo>
                    <a:pt x="3314471" y="2575407"/>
                  </a:lnTo>
                  <a:lnTo>
                    <a:pt x="3271723" y="2598559"/>
                  </a:lnTo>
                  <a:lnTo>
                    <a:pt x="3225152" y="2612440"/>
                  </a:lnTo>
                  <a:lnTo>
                    <a:pt x="3174771" y="2617063"/>
                  </a:lnTo>
                  <a:lnTo>
                    <a:pt x="1158951" y="2617063"/>
                  </a:lnTo>
                  <a:lnTo>
                    <a:pt x="1158951" y="2111654"/>
                  </a:lnTo>
                  <a:lnTo>
                    <a:pt x="3174771" y="2111654"/>
                  </a:lnTo>
                  <a:lnTo>
                    <a:pt x="3225152" y="2116277"/>
                  </a:lnTo>
                  <a:lnTo>
                    <a:pt x="3271723" y="2130171"/>
                  </a:lnTo>
                  <a:lnTo>
                    <a:pt x="3314471" y="2153323"/>
                  </a:lnTo>
                  <a:lnTo>
                    <a:pt x="3353409" y="2185746"/>
                  </a:lnTo>
                  <a:lnTo>
                    <a:pt x="3385820" y="2224671"/>
                  </a:lnTo>
                  <a:lnTo>
                    <a:pt x="3408972" y="2267420"/>
                  </a:lnTo>
                  <a:lnTo>
                    <a:pt x="3422853" y="2313990"/>
                  </a:lnTo>
                  <a:lnTo>
                    <a:pt x="3427488" y="2364359"/>
                  </a:lnTo>
                  <a:lnTo>
                    <a:pt x="3427488" y="8699"/>
                  </a:lnTo>
                  <a:lnTo>
                    <a:pt x="3267722" y="8699"/>
                  </a:lnTo>
                  <a:lnTo>
                    <a:pt x="3267722" y="1060183"/>
                  </a:lnTo>
                  <a:lnTo>
                    <a:pt x="3263087" y="1110551"/>
                  </a:lnTo>
                  <a:lnTo>
                    <a:pt x="3249206" y="1157109"/>
                  </a:lnTo>
                  <a:lnTo>
                    <a:pt x="3226066" y="1199870"/>
                  </a:lnTo>
                  <a:lnTo>
                    <a:pt x="3193656" y="1238808"/>
                  </a:lnTo>
                  <a:lnTo>
                    <a:pt x="3154718" y="1271206"/>
                  </a:lnTo>
                  <a:lnTo>
                    <a:pt x="3111970" y="1294358"/>
                  </a:lnTo>
                  <a:lnTo>
                    <a:pt x="3065399" y="1308239"/>
                  </a:lnTo>
                  <a:lnTo>
                    <a:pt x="3015018" y="1312862"/>
                  </a:lnTo>
                  <a:lnTo>
                    <a:pt x="1158951" y="1312862"/>
                  </a:lnTo>
                  <a:lnTo>
                    <a:pt x="1158951" y="807478"/>
                  </a:lnTo>
                  <a:lnTo>
                    <a:pt x="3015018" y="807478"/>
                  </a:lnTo>
                  <a:lnTo>
                    <a:pt x="3065399" y="812114"/>
                  </a:lnTo>
                  <a:lnTo>
                    <a:pt x="3111970" y="825995"/>
                  </a:lnTo>
                  <a:lnTo>
                    <a:pt x="3154718" y="849134"/>
                  </a:lnTo>
                  <a:lnTo>
                    <a:pt x="3193656" y="881545"/>
                  </a:lnTo>
                  <a:lnTo>
                    <a:pt x="3226066" y="920483"/>
                  </a:lnTo>
                  <a:lnTo>
                    <a:pt x="3249206" y="963244"/>
                  </a:lnTo>
                  <a:lnTo>
                    <a:pt x="3263087" y="1009802"/>
                  </a:lnTo>
                  <a:lnTo>
                    <a:pt x="3267722" y="1060183"/>
                  </a:lnTo>
                  <a:lnTo>
                    <a:pt x="3267722" y="8699"/>
                  </a:lnTo>
                  <a:lnTo>
                    <a:pt x="0" y="8699"/>
                  </a:lnTo>
                  <a:lnTo>
                    <a:pt x="0" y="3415855"/>
                  </a:lnTo>
                  <a:lnTo>
                    <a:pt x="607377" y="3415855"/>
                  </a:lnTo>
                  <a:lnTo>
                    <a:pt x="1589303" y="3413696"/>
                  </a:lnTo>
                  <a:lnTo>
                    <a:pt x="3642436" y="3412947"/>
                  </a:lnTo>
                  <a:lnTo>
                    <a:pt x="3697541" y="3411436"/>
                  </a:lnTo>
                  <a:lnTo>
                    <a:pt x="3751707" y="3406902"/>
                  </a:lnTo>
                  <a:lnTo>
                    <a:pt x="3804932" y="3399345"/>
                  </a:lnTo>
                  <a:lnTo>
                    <a:pt x="3857218" y="3388753"/>
                  </a:lnTo>
                  <a:lnTo>
                    <a:pt x="3908564" y="3375152"/>
                  </a:lnTo>
                  <a:lnTo>
                    <a:pt x="3958958" y="3358515"/>
                  </a:lnTo>
                  <a:lnTo>
                    <a:pt x="4008412" y="3338855"/>
                  </a:lnTo>
                  <a:lnTo>
                    <a:pt x="4056469" y="3316617"/>
                  </a:lnTo>
                  <a:lnTo>
                    <a:pt x="4102760" y="3292170"/>
                  </a:lnTo>
                  <a:lnTo>
                    <a:pt x="4147274" y="3265525"/>
                  </a:lnTo>
                  <a:lnTo>
                    <a:pt x="4190009" y="3236696"/>
                  </a:lnTo>
                  <a:lnTo>
                    <a:pt x="4230979" y="3205657"/>
                  </a:lnTo>
                  <a:lnTo>
                    <a:pt x="4270159" y="3172434"/>
                  </a:lnTo>
                  <a:lnTo>
                    <a:pt x="4307586" y="3137014"/>
                  </a:lnTo>
                  <a:lnTo>
                    <a:pt x="4342993" y="3099574"/>
                  </a:lnTo>
                  <a:lnTo>
                    <a:pt x="4376217" y="3060306"/>
                  </a:lnTo>
                  <a:lnTo>
                    <a:pt x="4407255" y="3019196"/>
                  </a:lnTo>
                  <a:lnTo>
                    <a:pt x="4436097" y="2976245"/>
                  </a:lnTo>
                  <a:lnTo>
                    <a:pt x="4462742" y="2931464"/>
                  </a:lnTo>
                  <a:lnTo>
                    <a:pt x="4487202" y="2884830"/>
                  </a:lnTo>
                  <a:lnTo>
                    <a:pt x="4509465" y="2836367"/>
                  </a:lnTo>
                  <a:lnTo>
                    <a:pt x="4529112" y="2786545"/>
                  </a:lnTo>
                  <a:lnTo>
                    <a:pt x="4545736" y="2735846"/>
                  </a:lnTo>
                  <a:lnTo>
                    <a:pt x="4559338" y="2684246"/>
                  </a:lnTo>
                  <a:lnTo>
                    <a:pt x="4569917" y="2631757"/>
                  </a:lnTo>
                  <a:lnTo>
                    <a:pt x="4577473" y="2578379"/>
                  </a:lnTo>
                  <a:lnTo>
                    <a:pt x="4582007" y="2524112"/>
                  </a:lnTo>
                  <a:lnTo>
                    <a:pt x="4583519" y="2468943"/>
                  </a:lnTo>
                  <a:close/>
                </a:path>
                <a:path extrusionOk="0" h="3416300" w="7240905">
                  <a:moveTo>
                    <a:pt x="7240371" y="0"/>
                  </a:moveTo>
                  <a:lnTo>
                    <a:pt x="6814312" y="0"/>
                  </a:lnTo>
                  <a:lnTo>
                    <a:pt x="4609681" y="3407143"/>
                  </a:lnTo>
                  <a:lnTo>
                    <a:pt x="5928398" y="3407143"/>
                  </a:lnTo>
                  <a:lnTo>
                    <a:pt x="6262433" y="2901721"/>
                  </a:lnTo>
                  <a:lnTo>
                    <a:pt x="7240371" y="2901721"/>
                  </a:lnTo>
                  <a:lnTo>
                    <a:pt x="7240371" y="1989670"/>
                  </a:lnTo>
                  <a:lnTo>
                    <a:pt x="6863664" y="1989670"/>
                  </a:lnTo>
                  <a:lnTo>
                    <a:pt x="7240371" y="1420634"/>
                  </a:lnTo>
                  <a:lnTo>
                    <a:pt x="724037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6" name="Google Shape;76;p2"/>
            <p:cNvSpPr/>
            <p:nvPr/>
          </p:nvSpPr>
          <p:spPr>
            <a:xfrm>
              <a:off x="0" y="7909249"/>
              <a:ext cx="4439285" cy="3399790"/>
            </a:xfrm>
            <a:custGeom>
              <a:rect b="b" l="l" r="r" t="t"/>
              <a:pathLst>
                <a:path extrusionOk="0" h="3399790" w="4439285">
                  <a:moveTo>
                    <a:pt x="4439183" y="2158149"/>
                  </a:moveTo>
                  <a:lnTo>
                    <a:pt x="3280245" y="2158149"/>
                  </a:lnTo>
                  <a:lnTo>
                    <a:pt x="3280245" y="3399307"/>
                  </a:lnTo>
                  <a:lnTo>
                    <a:pt x="4439183" y="3399307"/>
                  </a:lnTo>
                  <a:lnTo>
                    <a:pt x="4439183" y="2158149"/>
                  </a:lnTo>
                  <a:close/>
                </a:path>
                <a:path extrusionOk="0" h="3399790" w="4439285">
                  <a:moveTo>
                    <a:pt x="4439183" y="0"/>
                  </a:moveTo>
                  <a:lnTo>
                    <a:pt x="3280245" y="0"/>
                  </a:lnTo>
                  <a:lnTo>
                    <a:pt x="3280245" y="1245870"/>
                  </a:lnTo>
                  <a:lnTo>
                    <a:pt x="715454" y="1245870"/>
                  </a:lnTo>
                  <a:lnTo>
                    <a:pt x="715454" y="0"/>
                  </a:lnTo>
                  <a:lnTo>
                    <a:pt x="0" y="0"/>
                  </a:lnTo>
                  <a:lnTo>
                    <a:pt x="0" y="1245870"/>
                  </a:lnTo>
                  <a:lnTo>
                    <a:pt x="0" y="2157730"/>
                  </a:lnTo>
                  <a:lnTo>
                    <a:pt x="0" y="3399777"/>
                  </a:lnTo>
                  <a:lnTo>
                    <a:pt x="715454" y="3399777"/>
                  </a:lnTo>
                  <a:lnTo>
                    <a:pt x="715454" y="2157730"/>
                  </a:lnTo>
                  <a:lnTo>
                    <a:pt x="4439183" y="2157730"/>
                  </a:lnTo>
                  <a:lnTo>
                    <a:pt x="4439183" y="1246073"/>
                  </a:lnTo>
                  <a:lnTo>
                    <a:pt x="4439183" y="1245870"/>
                  </a:lnTo>
                  <a:lnTo>
                    <a:pt x="443918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7" name="Google Shape;77;p2"/>
            <p:cNvSpPr/>
            <p:nvPr/>
          </p:nvSpPr>
          <p:spPr>
            <a:xfrm>
              <a:off x="4772507" y="7865674"/>
              <a:ext cx="10358755" cy="3442970"/>
            </a:xfrm>
            <a:custGeom>
              <a:rect b="b" l="l" r="r" t="t"/>
              <a:pathLst>
                <a:path extrusionOk="0" h="3442970" w="10358755">
                  <a:moveTo>
                    <a:pt x="5874651" y="3442881"/>
                  </a:moveTo>
                  <a:lnTo>
                    <a:pt x="5553888" y="2948228"/>
                  </a:lnTo>
                  <a:lnTo>
                    <a:pt x="4962436" y="2036152"/>
                  </a:lnTo>
                  <a:lnTo>
                    <a:pt x="4288129" y="996289"/>
                  </a:lnTo>
                  <a:lnTo>
                    <a:pt x="3672205" y="46469"/>
                  </a:lnTo>
                  <a:lnTo>
                    <a:pt x="3622852" y="46469"/>
                  </a:lnTo>
                  <a:lnTo>
                    <a:pt x="3622852" y="2036152"/>
                  </a:lnTo>
                  <a:lnTo>
                    <a:pt x="2248928" y="2036152"/>
                  </a:lnTo>
                  <a:lnTo>
                    <a:pt x="2937332" y="996289"/>
                  </a:lnTo>
                  <a:lnTo>
                    <a:pt x="3622852" y="2036152"/>
                  </a:lnTo>
                  <a:lnTo>
                    <a:pt x="3622852" y="46469"/>
                  </a:lnTo>
                  <a:lnTo>
                    <a:pt x="2199563" y="46469"/>
                  </a:lnTo>
                  <a:lnTo>
                    <a:pt x="0" y="3442881"/>
                  </a:lnTo>
                  <a:lnTo>
                    <a:pt x="1318856" y="3442881"/>
                  </a:lnTo>
                  <a:lnTo>
                    <a:pt x="1647685" y="2948228"/>
                  </a:lnTo>
                  <a:lnTo>
                    <a:pt x="4227004" y="2948228"/>
                  </a:lnTo>
                  <a:lnTo>
                    <a:pt x="4555833" y="3442881"/>
                  </a:lnTo>
                  <a:lnTo>
                    <a:pt x="5874651" y="3442881"/>
                  </a:lnTo>
                  <a:close/>
                </a:path>
                <a:path extrusionOk="0" h="3442970" w="10358755">
                  <a:moveTo>
                    <a:pt x="10358704" y="249796"/>
                  </a:moveTo>
                  <a:lnTo>
                    <a:pt x="10307574" y="235280"/>
                  </a:lnTo>
                  <a:lnTo>
                    <a:pt x="10256622" y="221297"/>
                  </a:lnTo>
                  <a:lnTo>
                    <a:pt x="10205872" y="207835"/>
                  </a:lnTo>
                  <a:lnTo>
                    <a:pt x="10155326" y="194906"/>
                  </a:lnTo>
                  <a:lnTo>
                    <a:pt x="10104958" y="182499"/>
                  </a:lnTo>
                  <a:lnTo>
                    <a:pt x="10054793" y="170611"/>
                  </a:lnTo>
                  <a:lnTo>
                    <a:pt x="10004819" y="159258"/>
                  </a:lnTo>
                  <a:lnTo>
                    <a:pt x="9955035" y="148424"/>
                  </a:lnTo>
                  <a:lnTo>
                    <a:pt x="9905441" y="138125"/>
                  </a:lnTo>
                  <a:lnTo>
                    <a:pt x="9856038" y="128346"/>
                  </a:lnTo>
                  <a:lnTo>
                    <a:pt x="9806826" y="119087"/>
                  </a:lnTo>
                  <a:lnTo>
                    <a:pt x="9757702" y="110299"/>
                  </a:lnTo>
                  <a:lnTo>
                    <a:pt x="9708591" y="101904"/>
                  </a:lnTo>
                  <a:lnTo>
                    <a:pt x="9659480" y="93891"/>
                  </a:lnTo>
                  <a:lnTo>
                    <a:pt x="9610357" y="86258"/>
                  </a:lnTo>
                  <a:lnTo>
                    <a:pt x="9561246" y="79006"/>
                  </a:lnTo>
                  <a:lnTo>
                    <a:pt x="9512122" y="72136"/>
                  </a:lnTo>
                  <a:lnTo>
                    <a:pt x="9463011" y="65659"/>
                  </a:lnTo>
                  <a:lnTo>
                    <a:pt x="9413888" y="59563"/>
                  </a:lnTo>
                  <a:lnTo>
                    <a:pt x="9364777" y="53848"/>
                  </a:lnTo>
                  <a:lnTo>
                    <a:pt x="9315653" y="48514"/>
                  </a:lnTo>
                  <a:lnTo>
                    <a:pt x="9266542" y="43573"/>
                  </a:lnTo>
                  <a:lnTo>
                    <a:pt x="9217393" y="38963"/>
                  </a:lnTo>
                  <a:lnTo>
                    <a:pt x="9168181" y="34632"/>
                  </a:lnTo>
                  <a:lnTo>
                    <a:pt x="9118892" y="30607"/>
                  </a:lnTo>
                  <a:lnTo>
                    <a:pt x="9069527" y="26860"/>
                  </a:lnTo>
                  <a:lnTo>
                    <a:pt x="9020086" y="23406"/>
                  </a:lnTo>
                  <a:lnTo>
                    <a:pt x="8970569" y="20231"/>
                  </a:lnTo>
                  <a:lnTo>
                    <a:pt x="8920988" y="17348"/>
                  </a:lnTo>
                  <a:lnTo>
                    <a:pt x="8871331" y="14757"/>
                  </a:lnTo>
                  <a:lnTo>
                    <a:pt x="8821598" y="12458"/>
                  </a:lnTo>
                  <a:lnTo>
                    <a:pt x="8771788" y="10439"/>
                  </a:lnTo>
                  <a:lnTo>
                    <a:pt x="8721915" y="8712"/>
                  </a:lnTo>
                  <a:lnTo>
                    <a:pt x="8671903" y="7200"/>
                  </a:lnTo>
                  <a:lnTo>
                    <a:pt x="8571230" y="4610"/>
                  </a:lnTo>
                  <a:lnTo>
                    <a:pt x="8469693" y="2590"/>
                  </a:lnTo>
                  <a:lnTo>
                    <a:pt x="8367281" y="1155"/>
                  </a:lnTo>
                  <a:lnTo>
                    <a:pt x="8264017" y="292"/>
                  </a:lnTo>
                  <a:lnTo>
                    <a:pt x="8159877" y="0"/>
                  </a:lnTo>
                  <a:lnTo>
                    <a:pt x="8110487" y="165"/>
                  </a:lnTo>
                  <a:lnTo>
                    <a:pt x="8061045" y="647"/>
                  </a:lnTo>
                  <a:lnTo>
                    <a:pt x="8011554" y="1460"/>
                  </a:lnTo>
                  <a:lnTo>
                    <a:pt x="7962036" y="2590"/>
                  </a:lnTo>
                  <a:lnTo>
                    <a:pt x="7912468" y="4038"/>
                  </a:lnTo>
                  <a:lnTo>
                    <a:pt x="7862862" y="5816"/>
                  </a:lnTo>
                  <a:lnTo>
                    <a:pt x="7813230" y="7912"/>
                  </a:lnTo>
                  <a:lnTo>
                    <a:pt x="7763548" y="10325"/>
                  </a:lnTo>
                  <a:lnTo>
                    <a:pt x="7713827" y="13068"/>
                  </a:lnTo>
                  <a:lnTo>
                    <a:pt x="7664069" y="16141"/>
                  </a:lnTo>
                  <a:lnTo>
                    <a:pt x="7614272" y="19532"/>
                  </a:lnTo>
                  <a:lnTo>
                    <a:pt x="7564437" y="23241"/>
                  </a:lnTo>
                  <a:lnTo>
                    <a:pt x="7510259" y="27838"/>
                  </a:lnTo>
                  <a:lnTo>
                    <a:pt x="7456551" y="33185"/>
                  </a:lnTo>
                  <a:lnTo>
                    <a:pt x="7403287" y="39281"/>
                  </a:lnTo>
                  <a:lnTo>
                    <a:pt x="7350480" y="46113"/>
                  </a:lnTo>
                  <a:lnTo>
                    <a:pt x="7298144" y="53682"/>
                  </a:lnTo>
                  <a:lnTo>
                    <a:pt x="7246252" y="62001"/>
                  </a:lnTo>
                  <a:lnTo>
                    <a:pt x="7194817" y="71056"/>
                  </a:lnTo>
                  <a:lnTo>
                    <a:pt x="7143851" y="80860"/>
                  </a:lnTo>
                  <a:lnTo>
                    <a:pt x="7093331" y="91414"/>
                  </a:lnTo>
                  <a:lnTo>
                    <a:pt x="7043267" y="102704"/>
                  </a:lnTo>
                  <a:lnTo>
                    <a:pt x="6993649" y="114744"/>
                  </a:lnTo>
                  <a:lnTo>
                    <a:pt x="6944563" y="127584"/>
                  </a:lnTo>
                  <a:lnTo>
                    <a:pt x="6896036" y="141287"/>
                  </a:lnTo>
                  <a:lnTo>
                    <a:pt x="6848107" y="155867"/>
                  </a:lnTo>
                  <a:lnTo>
                    <a:pt x="6800736" y="171297"/>
                  </a:lnTo>
                  <a:lnTo>
                    <a:pt x="6753961" y="187604"/>
                  </a:lnTo>
                  <a:lnTo>
                    <a:pt x="6707746" y="204774"/>
                  </a:lnTo>
                  <a:lnTo>
                    <a:pt x="6662115" y="222796"/>
                  </a:lnTo>
                  <a:lnTo>
                    <a:pt x="6617055" y="241693"/>
                  </a:lnTo>
                  <a:lnTo>
                    <a:pt x="6572580" y="261442"/>
                  </a:lnTo>
                  <a:lnTo>
                    <a:pt x="6528676" y="282067"/>
                  </a:lnTo>
                  <a:lnTo>
                    <a:pt x="6485344" y="303542"/>
                  </a:lnTo>
                  <a:lnTo>
                    <a:pt x="6438633" y="328396"/>
                  </a:lnTo>
                  <a:lnTo>
                    <a:pt x="6393205" y="354723"/>
                  </a:lnTo>
                  <a:lnTo>
                    <a:pt x="6349047" y="382536"/>
                  </a:lnTo>
                  <a:lnTo>
                    <a:pt x="6306172" y="411835"/>
                  </a:lnTo>
                  <a:lnTo>
                    <a:pt x="6264580" y="442607"/>
                  </a:lnTo>
                  <a:lnTo>
                    <a:pt x="6224270" y="474865"/>
                  </a:lnTo>
                  <a:lnTo>
                    <a:pt x="6185230" y="508596"/>
                  </a:lnTo>
                  <a:lnTo>
                    <a:pt x="6147473" y="543814"/>
                  </a:lnTo>
                  <a:lnTo>
                    <a:pt x="6110998" y="580517"/>
                  </a:lnTo>
                  <a:lnTo>
                    <a:pt x="6075794" y="618680"/>
                  </a:lnTo>
                  <a:lnTo>
                    <a:pt x="6044984" y="654761"/>
                  </a:lnTo>
                  <a:lnTo>
                    <a:pt x="6015393" y="692200"/>
                  </a:lnTo>
                  <a:lnTo>
                    <a:pt x="5987034" y="730999"/>
                  </a:lnTo>
                  <a:lnTo>
                    <a:pt x="5959894" y="771182"/>
                  </a:lnTo>
                  <a:lnTo>
                    <a:pt x="5933986" y="812723"/>
                  </a:lnTo>
                  <a:lnTo>
                    <a:pt x="5909284" y="855637"/>
                  </a:lnTo>
                  <a:lnTo>
                    <a:pt x="5885827" y="899922"/>
                  </a:lnTo>
                  <a:lnTo>
                    <a:pt x="5863590" y="945565"/>
                  </a:lnTo>
                  <a:lnTo>
                    <a:pt x="5842571" y="992568"/>
                  </a:lnTo>
                  <a:lnTo>
                    <a:pt x="5822785" y="1040955"/>
                  </a:lnTo>
                  <a:lnTo>
                    <a:pt x="5804230" y="1090688"/>
                  </a:lnTo>
                  <a:lnTo>
                    <a:pt x="5789612" y="1133983"/>
                  </a:lnTo>
                  <a:lnTo>
                    <a:pt x="5776163" y="1178496"/>
                  </a:lnTo>
                  <a:lnTo>
                    <a:pt x="5763895" y="1224216"/>
                  </a:lnTo>
                  <a:lnTo>
                    <a:pt x="5752782" y="1271168"/>
                  </a:lnTo>
                  <a:lnTo>
                    <a:pt x="5742851" y="1319339"/>
                  </a:lnTo>
                  <a:lnTo>
                    <a:pt x="5734088" y="1368729"/>
                  </a:lnTo>
                  <a:lnTo>
                    <a:pt x="5726493" y="1419339"/>
                  </a:lnTo>
                  <a:lnTo>
                    <a:pt x="5720054" y="1471155"/>
                  </a:lnTo>
                  <a:lnTo>
                    <a:pt x="5714797" y="1524215"/>
                  </a:lnTo>
                  <a:lnTo>
                    <a:pt x="5710707" y="1578483"/>
                  </a:lnTo>
                  <a:lnTo>
                    <a:pt x="5707786" y="1633969"/>
                  </a:lnTo>
                  <a:lnTo>
                    <a:pt x="5706034" y="1690674"/>
                  </a:lnTo>
                  <a:lnTo>
                    <a:pt x="5705449" y="1748612"/>
                  </a:lnTo>
                  <a:lnTo>
                    <a:pt x="5706034" y="1808988"/>
                  </a:lnTo>
                  <a:lnTo>
                    <a:pt x="5707748" y="1865287"/>
                  </a:lnTo>
                  <a:lnTo>
                    <a:pt x="5710631" y="1920367"/>
                  </a:lnTo>
                  <a:lnTo>
                    <a:pt x="5714657" y="1974253"/>
                  </a:lnTo>
                  <a:lnTo>
                    <a:pt x="5719838" y="2026932"/>
                  </a:lnTo>
                  <a:lnTo>
                    <a:pt x="5726163" y="2078418"/>
                  </a:lnTo>
                  <a:lnTo>
                    <a:pt x="5733643" y="2128685"/>
                  </a:lnTo>
                  <a:lnTo>
                    <a:pt x="5742279" y="2177758"/>
                  </a:lnTo>
                  <a:lnTo>
                    <a:pt x="5752071" y="2225624"/>
                  </a:lnTo>
                  <a:lnTo>
                    <a:pt x="5763006" y="2272284"/>
                  </a:lnTo>
                  <a:lnTo>
                    <a:pt x="5775109" y="2317737"/>
                  </a:lnTo>
                  <a:lnTo>
                    <a:pt x="5788355" y="2361996"/>
                  </a:lnTo>
                  <a:lnTo>
                    <a:pt x="5802744" y="2405049"/>
                  </a:lnTo>
                  <a:lnTo>
                    <a:pt x="5821070" y="2454554"/>
                  </a:lnTo>
                  <a:lnTo>
                    <a:pt x="5840628" y="2502712"/>
                  </a:lnTo>
                  <a:lnTo>
                    <a:pt x="5861443" y="2549525"/>
                  </a:lnTo>
                  <a:lnTo>
                    <a:pt x="5883503" y="2594991"/>
                  </a:lnTo>
                  <a:lnTo>
                    <a:pt x="5906821" y="2639110"/>
                  </a:lnTo>
                  <a:lnTo>
                    <a:pt x="5931370" y="2681897"/>
                  </a:lnTo>
                  <a:lnTo>
                    <a:pt x="5957176" y="2723324"/>
                  </a:lnTo>
                  <a:lnTo>
                    <a:pt x="5984240" y="2763418"/>
                  </a:lnTo>
                  <a:lnTo>
                    <a:pt x="6012548" y="2802166"/>
                  </a:lnTo>
                  <a:lnTo>
                    <a:pt x="6042101" y="2839555"/>
                  </a:lnTo>
                  <a:lnTo>
                    <a:pt x="6072911" y="2875610"/>
                  </a:lnTo>
                  <a:lnTo>
                    <a:pt x="6108065" y="2913799"/>
                  </a:lnTo>
                  <a:lnTo>
                    <a:pt x="6144450" y="2950502"/>
                  </a:lnTo>
                  <a:lnTo>
                    <a:pt x="6182068" y="2985719"/>
                  </a:lnTo>
                  <a:lnTo>
                    <a:pt x="6220892" y="3019450"/>
                  </a:lnTo>
                  <a:lnTo>
                    <a:pt x="6260947" y="3051708"/>
                  </a:lnTo>
                  <a:lnTo>
                    <a:pt x="6302235" y="3082480"/>
                  </a:lnTo>
                  <a:lnTo>
                    <a:pt x="6344729" y="3111779"/>
                  </a:lnTo>
                  <a:lnTo>
                    <a:pt x="6388455" y="3139592"/>
                  </a:lnTo>
                  <a:lnTo>
                    <a:pt x="6433401" y="3165906"/>
                  </a:lnTo>
                  <a:lnTo>
                    <a:pt x="6479553" y="3190748"/>
                  </a:lnTo>
                  <a:lnTo>
                    <a:pt x="6522364" y="3212249"/>
                  </a:lnTo>
                  <a:lnTo>
                    <a:pt x="6565760" y="3232874"/>
                  </a:lnTo>
                  <a:lnTo>
                    <a:pt x="6609778" y="3252635"/>
                  </a:lnTo>
                  <a:lnTo>
                    <a:pt x="6654381" y="3271520"/>
                  </a:lnTo>
                  <a:lnTo>
                    <a:pt x="6699605" y="3289554"/>
                  </a:lnTo>
                  <a:lnTo>
                    <a:pt x="6745414" y="3306724"/>
                  </a:lnTo>
                  <a:lnTo>
                    <a:pt x="6791833" y="3323018"/>
                  </a:lnTo>
                  <a:lnTo>
                    <a:pt x="6838848" y="3338449"/>
                  </a:lnTo>
                  <a:lnTo>
                    <a:pt x="6886461" y="3353016"/>
                  </a:lnTo>
                  <a:lnTo>
                    <a:pt x="6934682" y="3366719"/>
                  </a:lnTo>
                  <a:lnTo>
                    <a:pt x="6983501" y="3379559"/>
                  </a:lnTo>
                  <a:lnTo>
                    <a:pt x="7032828" y="3391611"/>
                  </a:lnTo>
                  <a:lnTo>
                    <a:pt x="7082599" y="3402939"/>
                  </a:lnTo>
                  <a:lnTo>
                    <a:pt x="7132790" y="3413556"/>
                  </a:lnTo>
                  <a:lnTo>
                    <a:pt x="7183425" y="3423437"/>
                  </a:lnTo>
                  <a:lnTo>
                    <a:pt x="7234479" y="3432606"/>
                  </a:lnTo>
                  <a:lnTo>
                    <a:pt x="7285977" y="3441052"/>
                  </a:lnTo>
                  <a:lnTo>
                    <a:pt x="7298283" y="3442881"/>
                  </a:lnTo>
                  <a:lnTo>
                    <a:pt x="9392399" y="3442881"/>
                  </a:lnTo>
                  <a:lnTo>
                    <a:pt x="9463862" y="3434169"/>
                  </a:lnTo>
                  <a:lnTo>
                    <a:pt x="9514446" y="3427438"/>
                  </a:lnTo>
                  <a:lnTo>
                    <a:pt x="9564916" y="3420275"/>
                  </a:lnTo>
                  <a:lnTo>
                    <a:pt x="9615284" y="3412693"/>
                  </a:lnTo>
                  <a:lnTo>
                    <a:pt x="9665551" y="3404666"/>
                  </a:lnTo>
                  <a:lnTo>
                    <a:pt x="9715729" y="3396221"/>
                  </a:lnTo>
                  <a:lnTo>
                    <a:pt x="9765792" y="3387344"/>
                  </a:lnTo>
                  <a:lnTo>
                    <a:pt x="9815766" y="3378047"/>
                  </a:lnTo>
                  <a:lnTo>
                    <a:pt x="9865627" y="3368306"/>
                  </a:lnTo>
                  <a:lnTo>
                    <a:pt x="9915398" y="3358146"/>
                  </a:lnTo>
                  <a:lnTo>
                    <a:pt x="9965055" y="3347555"/>
                  </a:lnTo>
                  <a:lnTo>
                    <a:pt x="10014623" y="3336544"/>
                  </a:lnTo>
                  <a:lnTo>
                    <a:pt x="10064077" y="3325088"/>
                  </a:lnTo>
                  <a:lnTo>
                    <a:pt x="10113442" y="3313214"/>
                  </a:lnTo>
                  <a:lnTo>
                    <a:pt x="10162692" y="3300907"/>
                  </a:lnTo>
                  <a:lnTo>
                    <a:pt x="10211854" y="3288182"/>
                  </a:lnTo>
                  <a:lnTo>
                    <a:pt x="10260901" y="3275012"/>
                  </a:lnTo>
                  <a:lnTo>
                    <a:pt x="10309860" y="3261423"/>
                  </a:lnTo>
                  <a:lnTo>
                    <a:pt x="10358704" y="3247402"/>
                  </a:lnTo>
                  <a:lnTo>
                    <a:pt x="10358704" y="2341130"/>
                  </a:lnTo>
                  <a:lnTo>
                    <a:pt x="10310063" y="2355812"/>
                  </a:lnTo>
                  <a:lnTo>
                    <a:pt x="10260406" y="2369947"/>
                  </a:lnTo>
                  <a:lnTo>
                    <a:pt x="10209759" y="2383561"/>
                  </a:lnTo>
                  <a:lnTo>
                    <a:pt x="10158095" y="2396629"/>
                  </a:lnTo>
                  <a:lnTo>
                    <a:pt x="10105428" y="2409164"/>
                  </a:lnTo>
                  <a:lnTo>
                    <a:pt x="10051745" y="2421178"/>
                  </a:lnTo>
                  <a:lnTo>
                    <a:pt x="9997072" y="2432647"/>
                  </a:lnTo>
                  <a:lnTo>
                    <a:pt x="9948723" y="2442222"/>
                  </a:lnTo>
                  <a:lnTo>
                    <a:pt x="9900298" y="2451341"/>
                  </a:lnTo>
                  <a:lnTo>
                    <a:pt x="9851771" y="2460015"/>
                  </a:lnTo>
                  <a:lnTo>
                    <a:pt x="9803168" y="2468232"/>
                  </a:lnTo>
                  <a:lnTo>
                    <a:pt x="9754476" y="2475992"/>
                  </a:lnTo>
                  <a:lnTo>
                    <a:pt x="9705683" y="2483307"/>
                  </a:lnTo>
                  <a:lnTo>
                    <a:pt x="9656801" y="2490152"/>
                  </a:lnTo>
                  <a:lnTo>
                    <a:pt x="9607842" y="2496553"/>
                  </a:lnTo>
                  <a:lnTo>
                    <a:pt x="9558960" y="2502560"/>
                  </a:lnTo>
                  <a:lnTo>
                    <a:pt x="9510357" y="2508262"/>
                  </a:lnTo>
                  <a:lnTo>
                    <a:pt x="9462021" y="2513634"/>
                  </a:lnTo>
                  <a:lnTo>
                    <a:pt x="9413964" y="2518702"/>
                  </a:lnTo>
                  <a:lnTo>
                    <a:pt x="9366174" y="2523439"/>
                  </a:lnTo>
                  <a:lnTo>
                    <a:pt x="9318663" y="2527858"/>
                  </a:lnTo>
                  <a:lnTo>
                    <a:pt x="9271419" y="2531973"/>
                  </a:lnTo>
                  <a:lnTo>
                    <a:pt x="9224442" y="2535758"/>
                  </a:lnTo>
                  <a:lnTo>
                    <a:pt x="9171445" y="2539796"/>
                  </a:lnTo>
                  <a:lnTo>
                    <a:pt x="9068651" y="2547137"/>
                  </a:lnTo>
                  <a:lnTo>
                    <a:pt x="8970137" y="2553538"/>
                  </a:lnTo>
                  <a:lnTo>
                    <a:pt x="8875890" y="2558999"/>
                  </a:lnTo>
                  <a:lnTo>
                    <a:pt x="8823160" y="2561691"/>
                  </a:lnTo>
                  <a:lnTo>
                    <a:pt x="8772449" y="2564003"/>
                  </a:lnTo>
                  <a:lnTo>
                    <a:pt x="8723744" y="2565895"/>
                  </a:lnTo>
                  <a:lnTo>
                    <a:pt x="8677059" y="2567394"/>
                  </a:lnTo>
                  <a:lnTo>
                    <a:pt x="8632406" y="2568486"/>
                  </a:lnTo>
                  <a:lnTo>
                    <a:pt x="8589759" y="2569172"/>
                  </a:lnTo>
                  <a:lnTo>
                    <a:pt x="8479384" y="2570264"/>
                  </a:lnTo>
                  <a:lnTo>
                    <a:pt x="8398078" y="2570619"/>
                  </a:lnTo>
                  <a:lnTo>
                    <a:pt x="8348993" y="2570416"/>
                  </a:lnTo>
                  <a:lnTo>
                    <a:pt x="8298637" y="2569807"/>
                  </a:lnTo>
                  <a:lnTo>
                    <a:pt x="8246999" y="2568803"/>
                  </a:lnTo>
                  <a:lnTo>
                    <a:pt x="8194078" y="2567394"/>
                  </a:lnTo>
                  <a:lnTo>
                    <a:pt x="8139862" y="2565577"/>
                  </a:lnTo>
                  <a:lnTo>
                    <a:pt x="8084375" y="2563355"/>
                  </a:lnTo>
                  <a:lnTo>
                    <a:pt x="8036230" y="2560904"/>
                  </a:lnTo>
                  <a:lnTo>
                    <a:pt x="7988097" y="2557678"/>
                  </a:lnTo>
                  <a:lnTo>
                    <a:pt x="7939951" y="2553678"/>
                  </a:lnTo>
                  <a:lnTo>
                    <a:pt x="7891818" y="2548902"/>
                  </a:lnTo>
                  <a:lnTo>
                    <a:pt x="7843672" y="2543352"/>
                  </a:lnTo>
                  <a:lnTo>
                    <a:pt x="7795539" y="2537041"/>
                  </a:lnTo>
                  <a:lnTo>
                    <a:pt x="7747406" y="2529941"/>
                  </a:lnTo>
                  <a:lnTo>
                    <a:pt x="7699515" y="2521940"/>
                  </a:lnTo>
                  <a:lnTo>
                    <a:pt x="7652093" y="2512872"/>
                  </a:lnTo>
                  <a:lnTo>
                    <a:pt x="7605141" y="2502738"/>
                  </a:lnTo>
                  <a:lnTo>
                    <a:pt x="7558672" y="2491536"/>
                  </a:lnTo>
                  <a:lnTo>
                    <a:pt x="7512672" y="2479256"/>
                  </a:lnTo>
                  <a:lnTo>
                    <a:pt x="7467143" y="2465921"/>
                  </a:lnTo>
                  <a:lnTo>
                    <a:pt x="7422096" y="2451506"/>
                  </a:lnTo>
                  <a:lnTo>
                    <a:pt x="7370788" y="2433002"/>
                  </a:lnTo>
                  <a:lnTo>
                    <a:pt x="7321410" y="2412314"/>
                  </a:lnTo>
                  <a:lnTo>
                    <a:pt x="7273963" y="2389441"/>
                  </a:lnTo>
                  <a:lnTo>
                    <a:pt x="7228459" y="2364384"/>
                  </a:lnTo>
                  <a:lnTo>
                    <a:pt x="7184885" y="2337155"/>
                  </a:lnTo>
                  <a:lnTo>
                    <a:pt x="7143255" y="2307755"/>
                  </a:lnTo>
                  <a:lnTo>
                    <a:pt x="7103923" y="2276005"/>
                  </a:lnTo>
                  <a:lnTo>
                    <a:pt x="7067258" y="2241753"/>
                  </a:lnTo>
                  <a:lnTo>
                    <a:pt x="7033247" y="2204999"/>
                  </a:lnTo>
                  <a:lnTo>
                    <a:pt x="7001904" y="2165743"/>
                  </a:lnTo>
                  <a:lnTo>
                    <a:pt x="6973214" y="2123986"/>
                  </a:lnTo>
                  <a:lnTo>
                    <a:pt x="6947192" y="2079713"/>
                  </a:lnTo>
                  <a:lnTo>
                    <a:pt x="6927418" y="2039531"/>
                  </a:lnTo>
                  <a:lnTo>
                    <a:pt x="6910438" y="1996986"/>
                  </a:lnTo>
                  <a:lnTo>
                    <a:pt x="6896240" y="1952053"/>
                  </a:lnTo>
                  <a:lnTo>
                    <a:pt x="6884822" y="1904746"/>
                  </a:lnTo>
                  <a:lnTo>
                    <a:pt x="6876199" y="1855076"/>
                  </a:lnTo>
                  <a:lnTo>
                    <a:pt x="6870357" y="1803031"/>
                  </a:lnTo>
                  <a:lnTo>
                    <a:pt x="6867309" y="1748612"/>
                  </a:lnTo>
                  <a:lnTo>
                    <a:pt x="6869925" y="1691767"/>
                  </a:lnTo>
                  <a:lnTo>
                    <a:pt x="6875843" y="1637423"/>
                  </a:lnTo>
                  <a:lnTo>
                    <a:pt x="6885076" y="1585582"/>
                  </a:lnTo>
                  <a:lnTo>
                    <a:pt x="6897624" y="1536242"/>
                  </a:lnTo>
                  <a:lnTo>
                    <a:pt x="6913499" y="1489405"/>
                  </a:lnTo>
                  <a:lnTo>
                    <a:pt x="6932676" y="1445069"/>
                  </a:lnTo>
                  <a:lnTo>
                    <a:pt x="6954685" y="1403083"/>
                  </a:lnTo>
                  <a:lnTo>
                    <a:pt x="6979132" y="1363268"/>
                  </a:lnTo>
                  <a:lnTo>
                    <a:pt x="7005993" y="1325626"/>
                  </a:lnTo>
                  <a:lnTo>
                    <a:pt x="7035279" y="1290167"/>
                  </a:lnTo>
                  <a:lnTo>
                    <a:pt x="7066991" y="1256880"/>
                  </a:lnTo>
                  <a:lnTo>
                    <a:pt x="7101141" y="1225778"/>
                  </a:lnTo>
                  <a:lnTo>
                    <a:pt x="7137438" y="1196657"/>
                  </a:lnTo>
                  <a:lnTo>
                    <a:pt x="7175678" y="1169301"/>
                  </a:lnTo>
                  <a:lnTo>
                    <a:pt x="7215848" y="1143723"/>
                  </a:lnTo>
                  <a:lnTo>
                    <a:pt x="7257961" y="1119924"/>
                  </a:lnTo>
                  <a:lnTo>
                    <a:pt x="7302030" y="1097889"/>
                  </a:lnTo>
                  <a:lnTo>
                    <a:pt x="7348029" y="1077607"/>
                  </a:lnTo>
                  <a:lnTo>
                    <a:pt x="7395553" y="1058938"/>
                  </a:lnTo>
                  <a:lnTo>
                    <a:pt x="7444206" y="1041641"/>
                  </a:lnTo>
                  <a:lnTo>
                    <a:pt x="7493990" y="1025702"/>
                  </a:lnTo>
                  <a:lnTo>
                    <a:pt x="7544905" y="1011148"/>
                  </a:lnTo>
                  <a:lnTo>
                    <a:pt x="7596949" y="997953"/>
                  </a:lnTo>
                  <a:lnTo>
                    <a:pt x="7650124" y="986142"/>
                  </a:lnTo>
                  <a:lnTo>
                    <a:pt x="7696454" y="977023"/>
                  </a:lnTo>
                  <a:lnTo>
                    <a:pt x="7743317" y="968717"/>
                  </a:lnTo>
                  <a:lnTo>
                    <a:pt x="7790701" y="961250"/>
                  </a:lnTo>
                  <a:lnTo>
                    <a:pt x="7838630" y="954608"/>
                  </a:lnTo>
                  <a:lnTo>
                    <a:pt x="7887081" y="948791"/>
                  </a:lnTo>
                  <a:lnTo>
                    <a:pt x="7936077" y="943800"/>
                  </a:lnTo>
                  <a:lnTo>
                    <a:pt x="7985607" y="939647"/>
                  </a:lnTo>
                  <a:lnTo>
                    <a:pt x="8035341" y="936180"/>
                  </a:lnTo>
                  <a:lnTo>
                    <a:pt x="8084947" y="933246"/>
                  </a:lnTo>
                  <a:lnTo>
                    <a:pt x="8134439" y="930846"/>
                  </a:lnTo>
                  <a:lnTo>
                    <a:pt x="8183816" y="928979"/>
                  </a:lnTo>
                  <a:lnTo>
                    <a:pt x="8233080" y="927646"/>
                  </a:lnTo>
                  <a:lnTo>
                    <a:pt x="8282229" y="926833"/>
                  </a:lnTo>
                  <a:lnTo>
                    <a:pt x="8331263" y="926566"/>
                  </a:lnTo>
                  <a:lnTo>
                    <a:pt x="8382317" y="926693"/>
                  </a:lnTo>
                  <a:lnTo>
                    <a:pt x="8433397" y="927049"/>
                  </a:lnTo>
                  <a:lnTo>
                    <a:pt x="8484502" y="927646"/>
                  </a:lnTo>
                  <a:lnTo>
                    <a:pt x="8535645" y="928471"/>
                  </a:lnTo>
                  <a:lnTo>
                    <a:pt x="8586813" y="929538"/>
                  </a:lnTo>
                  <a:lnTo>
                    <a:pt x="8638019" y="930846"/>
                  </a:lnTo>
                  <a:lnTo>
                    <a:pt x="8689251" y="932395"/>
                  </a:lnTo>
                  <a:lnTo>
                    <a:pt x="8740508" y="934173"/>
                  </a:lnTo>
                  <a:lnTo>
                    <a:pt x="8791791" y="936193"/>
                  </a:lnTo>
                  <a:lnTo>
                    <a:pt x="8843112" y="938441"/>
                  </a:lnTo>
                  <a:lnTo>
                    <a:pt x="8894470" y="940930"/>
                  </a:lnTo>
                  <a:lnTo>
                    <a:pt x="8945842" y="943660"/>
                  </a:lnTo>
                  <a:lnTo>
                    <a:pt x="8997251" y="946632"/>
                  </a:lnTo>
                  <a:lnTo>
                    <a:pt x="9100414" y="952969"/>
                  </a:lnTo>
                  <a:lnTo>
                    <a:pt x="9152941" y="956589"/>
                  </a:lnTo>
                  <a:lnTo>
                    <a:pt x="9206268" y="960704"/>
                  </a:lnTo>
                  <a:lnTo>
                    <a:pt x="9260408" y="965314"/>
                  </a:lnTo>
                  <a:lnTo>
                    <a:pt x="9315361" y="970394"/>
                  </a:lnTo>
                  <a:lnTo>
                    <a:pt x="9371127" y="975956"/>
                  </a:lnTo>
                  <a:lnTo>
                    <a:pt x="9419272" y="981087"/>
                  </a:lnTo>
                  <a:lnTo>
                    <a:pt x="9467494" y="986523"/>
                  </a:lnTo>
                  <a:lnTo>
                    <a:pt x="9515780" y="992251"/>
                  </a:lnTo>
                  <a:lnTo>
                    <a:pt x="9564116" y="998270"/>
                  </a:lnTo>
                  <a:lnTo>
                    <a:pt x="9612528" y="1004582"/>
                  </a:lnTo>
                  <a:lnTo>
                    <a:pt x="9660979" y="1011186"/>
                  </a:lnTo>
                  <a:lnTo>
                    <a:pt x="9709493" y="1018070"/>
                  </a:lnTo>
                  <a:lnTo>
                    <a:pt x="9757969" y="1025347"/>
                  </a:lnTo>
                  <a:lnTo>
                    <a:pt x="9806254" y="1033030"/>
                  </a:lnTo>
                  <a:lnTo>
                    <a:pt x="9854349" y="1041120"/>
                  </a:lnTo>
                  <a:lnTo>
                    <a:pt x="9902279" y="1049616"/>
                  </a:lnTo>
                  <a:lnTo>
                    <a:pt x="9950031" y="1058532"/>
                  </a:lnTo>
                  <a:lnTo>
                    <a:pt x="9997605" y="1067866"/>
                  </a:lnTo>
                  <a:lnTo>
                    <a:pt x="10045001" y="1077607"/>
                  </a:lnTo>
                  <a:lnTo>
                    <a:pt x="10099713" y="1089558"/>
                  </a:lnTo>
                  <a:lnTo>
                    <a:pt x="10153447" y="1102144"/>
                  </a:lnTo>
                  <a:lnTo>
                    <a:pt x="10206203" y="1115390"/>
                  </a:lnTo>
                  <a:lnTo>
                    <a:pt x="10258006" y="1129271"/>
                  </a:lnTo>
                  <a:lnTo>
                    <a:pt x="10308831" y="1143787"/>
                  </a:lnTo>
                  <a:lnTo>
                    <a:pt x="10358704" y="1158938"/>
                  </a:lnTo>
                  <a:lnTo>
                    <a:pt x="10358704" y="249796"/>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8" name="Google Shape;78;p2"/>
            <p:cNvSpPr/>
            <p:nvPr/>
          </p:nvSpPr>
          <p:spPr>
            <a:xfrm>
              <a:off x="15712089" y="7912141"/>
              <a:ext cx="4392295" cy="3396615"/>
            </a:xfrm>
            <a:custGeom>
              <a:rect b="b" l="l" r="r" t="t"/>
              <a:pathLst>
                <a:path extrusionOk="0" h="3396615" w="4392294">
                  <a:moveTo>
                    <a:pt x="1158969" y="0"/>
                  </a:moveTo>
                  <a:lnTo>
                    <a:pt x="0" y="0"/>
                  </a:lnTo>
                  <a:lnTo>
                    <a:pt x="0" y="3396414"/>
                  </a:lnTo>
                  <a:lnTo>
                    <a:pt x="1156046" y="3396414"/>
                  </a:lnTo>
                  <a:lnTo>
                    <a:pt x="2349876" y="2381812"/>
                  </a:lnTo>
                  <a:lnTo>
                    <a:pt x="3952949" y="2381812"/>
                  </a:lnTo>
                  <a:lnTo>
                    <a:pt x="3540324" y="2030357"/>
                  </a:lnTo>
                  <a:lnTo>
                    <a:pt x="1158969" y="2030357"/>
                  </a:lnTo>
                  <a:lnTo>
                    <a:pt x="1158969" y="0"/>
                  </a:lnTo>
                  <a:close/>
                </a:path>
                <a:path extrusionOk="0" h="3396615" w="4392294">
                  <a:moveTo>
                    <a:pt x="3952949" y="2381812"/>
                  </a:moveTo>
                  <a:lnTo>
                    <a:pt x="2349876" y="2381812"/>
                  </a:lnTo>
                  <a:lnTo>
                    <a:pt x="3543684" y="3396414"/>
                  </a:lnTo>
                  <a:lnTo>
                    <a:pt x="4392010" y="3396414"/>
                  </a:lnTo>
                  <a:lnTo>
                    <a:pt x="4392010" y="2755784"/>
                  </a:lnTo>
                  <a:lnTo>
                    <a:pt x="3952949" y="2381812"/>
                  </a:lnTo>
                  <a:close/>
                </a:path>
                <a:path extrusionOk="0" h="3396615" w="4392294">
                  <a:moveTo>
                    <a:pt x="4392010" y="0"/>
                  </a:moveTo>
                  <a:lnTo>
                    <a:pt x="3549494" y="0"/>
                  </a:lnTo>
                  <a:lnTo>
                    <a:pt x="1158969" y="2030357"/>
                  </a:lnTo>
                  <a:lnTo>
                    <a:pt x="3540324" y="2030357"/>
                  </a:lnTo>
                  <a:lnTo>
                    <a:pt x="3151548" y="1699215"/>
                  </a:lnTo>
                  <a:lnTo>
                    <a:pt x="4392010" y="644459"/>
                  </a:lnTo>
                  <a:lnTo>
                    <a:pt x="439201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9" name="Google Shape;79;p2"/>
          <p:cNvSpPr txBox="1"/>
          <p:nvPr>
            <p:ph type="title"/>
          </p:nvPr>
        </p:nvSpPr>
        <p:spPr>
          <a:xfrm>
            <a:off x="1208618" y="2504154"/>
            <a:ext cx="8506187" cy="1057212"/>
          </a:xfrm>
          <a:prstGeom prst="rect">
            <a:avLst/>
          </a:prstGeom>
          <a:noFill/>
          <a:ln>
            <a:noFill/>
          </a:ln>
        </p:spPr>
        <p:txBody>
          <a:bodyPr anchorCtr="0" anchor="t" bIns="0" lIns="0" spcFirstLastPara="1" rIns="0" wrap="square" tIns="12050">
            <a:spAutoFit/>
          </a:bodyPr>
          <a:lstStyle/>
          <a:p>
            <a:pPr indent="0" lvl="0" marL="12700" marR="5080" rtl="0" algn="l">
              <a:lnSpc>
                <a:spcPct val="150000"/>
              </a:lnSpc>
              <a:spcBef>
                <a:spcPts val="0"/>
              </a:spcBef>
              <a:spcAft>
                <a:spcPts val="0"/>
              </a:spcAft>
              <a:buNone/>
            </a:pPr>
            <a:r>
              <a:rPr b="0" lang="en" sz="2400">
                <a:latin typeface="Arial"/>
                <a:ea typeface="Arial"/>
                <a:cs typeface="Arial"/>
                <a:sym typeface="Arial"/>
              </a:rPr>
              <a:t>A working facility-scale simulation. Runnable on a laptop.</a:t>
            </a:r>
          </a:p>
        </p:txBody>
      </p:sp>
      <p:sp>
        <p:nvSpPr>
          <p:cNvPr id="80" name="Google Shape;80;p2"/>
          <p:cNvSpPr txBox="1"/>
          <p:nvPr>
            <p:ph idx="1" type="body"/>
          </p:nvPr>
        </p:nvSpPr>
        <p:spPr>
          <a:xfrm>
            <a:off x="10295318" y="2505456"/>
            <a:ext cx="8672830" cy="3657600"/>
          </a:xfrm>
          <a:prstGeom prst="rect">
            <a:avLst/>
          </a:prstGeom>
          <a:noFill/>
          <a:ln>
            <a:noFill/>
          </a:ln>
        </p:spPr>
        <p:txBody>
          <a:bodyPr anchorCtr="0" anchor="t" bIns="0" lIns="0" spcFirstLastPara="1" rIns="0" wrap="square" tIns="12700">
            <a:spAutoFit/>
          </a:bodyPr>
          <a:lstStyle/>
          <a:p>
            <a:pPr indent="0" lvl="0" marL="12700" marR="5080" rtl="0" algn="l">
              <a:lnSpc>
                <a:spcPct val="130000"/>
              </a:lnSpc>
              <a:spcBef>
                <a:spcPts val="0"/>
              </a:spcBef>
              <a:spcAft>
                <a:spcPts val="0"/>
              </a:spcAft>
              <a:buNone/>
            </a:pPr>
            <a:r>
              <a:rPr lang="en"/>
              <a:t>HORUS is not a slide deck. It is a multi-agent simulation of a simplified PUREX reprocessing line — Fuel Receipt → Shearing → Dissolution → Solvent Extraction → HLW Concentration → Solidification — with a fleet of five robotic agents sorting drums into VLLW / LLW / ILW / HLW storage.</a:t>
            </a:r>
          </a:p>
          <a:p>
            <a:pPr indent="0" lvl="0" marL="12700" marR="5080" rtl="0" algn="l">
              <a:lnSpc>
                <a:spcPct val="130000"/>
              </a:lnSpc>
              <a:spcBef>
                <a:spcPts val="0"/>
              </a:spcBef>
              <a:spcAft>
                <a:spcPts val="0"/>
              </a:spcAft>
              <a:buNone/>
            </a:pPr>
            <a:r>
              <a:rPr lang="en"/>
              <a:t/>
            </a:r>
          </a:p>
          <a:p>
            <a:pPr indent="0" lvl="0" marL="12700" marR="5080" rtl="0" algn="l">
              <a:lnSpc>
                <a:spcPct val="130000"/>
              </a:lnSpc>
              <a:spcBef>
                <a:spcPts val="0"/>
              </a:spcBef>
              <a:spcAft>
                <a:spcPts val="0"/>
              </a:spcAft>
              <a:buNone/>
            </a:pPr>
            <a:r>
              <a:rPr lang="en"/>
              <a:t>We model real gamma physics (Co-60, Cs-137, Am-241, U-235/238, Pu-239), real detector response (NaI 7% FWHM, HPGe 0.2% FWHM at 1332 keV), inverse-square dose accumulation, battery drain, and robot decontamination cycles.</a:t>
            </a:r>
          </a:p>
          <a:p>
            <a:pPr indent="0" lvl="0" marL="12700" marR="5080" rtl="0" algn="l">
              <a:lnSpc>
                <a:spcPct val="130000"/>
              </a:lnSpc>
              <a:spcBef>
                <a:spcPts val="0"/>
              </a:spcBef>
              <a:spcAft>
                <a:spcPts val="0"/>
              </a:spcAft>
              <a:buNone/>
            </a:pPr>
            <a:r>
              <a:rPr lang="en"/>
              <a:t/>
            </a:r>
          </a:p>
          <a:p>
            <a:pPr indent="0" lvl="0" marL="12700" marR="5080" rtl="0" algn="l">
              <a:lnSpc>
                <a:spcPct val="130000"/>
              </a:lnSpc>
              <a:spcBef>
                <a:spcPts val="0"/>
              </a:spcBef>
              <a:spcAft>
                <a:spcPts val="0"/>
              </a:spcAft>
              <a:buNone/>
            </a:pPr>
            <a:r>
              <a:rPr lang="en"/>
              <a:t>Two modes — ISOLATED (agents act alone) and HIVEMIND (agents share a coordinator) — run side by side on the same seed, on the same drums, to make the architectural claim falsifiable.</a:t>
            </a:r>
          </a:p>
        </p:txBody>
      </p:sp>
      <p:sp>
        <p:nvSpPr>
          <p:cNvPr id="81" name="Google Shape;81;p2"/>
          <p:cNvSpPr txBox="1"/>
          <p:nvPr/>
        </p:nvSpPr>
        <p:spPr>
          <a:xfrm>
            <a:off x="18823478" y="614781"/>
            <a:ext cx="276860" cy="32702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 sz="1950">
                <a:solidFill>
                  <a:srgbClr val="172440"/>
                </a:solidFill>
                <a:latin typeface="Ubuntu Mono"/>
                <a:ea typeface="Ubuntu Mono"/>
                <a:cs typeface="Ubuntu Mono"/>
                <a:sym typeface="Ubuntu Mono"/>
              </a:rPr>
              <a:t>03</a:t>
            </a:r>
          </a:p>
        </p:txBody>
      </p:sp>
      <p:sp>
        <p:nvSpPr>
          <p:cNvPr id="82" name="Google Shape;82;p2"/>
          <p:cNvSpPr txBox="1"/>
          <p:nvPr/>
        </p:nvSpPr>
        <p:spPr>
          <a:xfrm>
            <a:off x="1208619" y="3789254"/>
            <a:ext cx="2224405" cy="40259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2450">
                <a:solidFill>
                  <a:srgbClr val="172440"/>
                </a:solidFill>
                <a:latin typeface="Ubuntu Mono"/>
                <a:ea typeface="Ubuntu Mono"/>
                <a:cs typeface="Ubuntu Mono"/>
                <a:sym typeface="Ubuntu Mono"/>
              </a:rPr>
              <a:t>Proof of concept</a:t>
            </a:r>
          </a:p>
        </p:txBody>
      </p:sp>
      <p:sp>
        <p:nvSpPr>
          <p:cNvPr id="83" name="Google Shape;83;p2"/>
          <p:cNvSpPr txBox="1"/>
          <p:nvPr/>
        </p:nvSpPr>
        <p:spPr>
          <a:xfrm>
            <a:off x="512930" y="10581938"/>
            <a:ext cx="17830800" cy="22669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300">
                <a:solidFill>
                  <a:srgbClr val="00C6B3"/>
                </a:solidFill>
                <a:latin typeface="Ubuntu Sans"/>
                <a:ea typeface="Ubuntu Sans"/>
                <a:cs typeface="Ubuntu Sans"/>
                <a:sym typeface="Ubuntu Sans"/>
              </a:rPr>
              <a:t>* See the live demo running alongside this deck.</a:t>
            </a:r>
          </a:p>
        </p:txBody>
      </p:sp>
      <p:sp>
        <p:nvSpPr>
          <p:cNvPr id="84" name="Google Shape;84;p2"/>
          <p:cNvSpPr/>
          <p:nvPr/>
        </p:nvSpPr>
        <p:spPr>
          <a:xfrm>
            <a:off x="0" y="10065875"/>
            <a:ext cx="20104100" cy="0"/>
          </a:xfrm>
          <a:custGeom>
            <a:rect b="b" l="l" r="r" t="t"/>
            <a:pathLst>
              <a:path extrusionOk="0" h="120000" w="20104100">
                <a:moveTo>
                  <a:pt x="0" y="0"/>
                </a:moveTo>
                <a:lnTo>
                  <a:pt x="20104099" y="0"/>
                </a:lnTo>
              </a:path>
            </a:pathLst>
          </a:custGeom>
          <a:noFill/>
          <a:ln cap="flat" cmpd="sng" w="10450">
            <a:solidFill>
              <a:srgbClr val="172440">
                <a:alpha val="20000"/>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85" name="Google Shape;85;p2"/>
          <p:cNvPicPr preferRelativeResize="0"/>
          <p:nvPr/>
        </p:nvPicPr>
        <p:blipFill rotWithShape="1">
          <a:blip r:embed="rId2">
            <a:alphaModFix/>
          </a:blip>
          <a:srcRect b="0" l="0" r="0" t="0"/>
          <a:stretch/>
        </p:blipFill>
        <p:spPr>
          <a:xfrm>
            <a:off x="1221488" y="402130"/>
            <a:ext cx="1946118" cy="767083"/>
          </a:xfrm>
          <a:prstGeom prst="rect">
            <a:avLst/>
          </a:prstGeom>
          <a:noFill/>
          <a:ln>
            <a:noFill/>
          </a:ln>
        </p:spPr>
      </p:pic>
      <p:pic>
        <p:nvPicPr>
          <p:cNvPr id="86" name="Picture 85" descr="demo_hivemind.png"/>
          <p:cNvPicPr>
            <a:picLocks noChangeAspect="1"/>
          </p:cNvPicPr>
          <p:nvPr/>
        </p:nvPicPr>
        <p:blipFill>
          <a:blip r:embed="rId3"/>
          <a:stretch>
            <a:fillRect/>
          </a:stretch>
        </p:blipFill>
        <p:spPr>
          <a:xfrm>
            <a:off x="10058400" y="6400800"/>
            <a:ext cx="9144000" cy="413824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9" name="Google Shape;69;p2"/>
          <p:cNvSpPr/>
          <p:nvPr/>
        </p:nvSpPr>
        <p:spPr>
          <a:xfrm>
            <a:off x="0" y="0"/>
            <a:ext cx="20104100" cy="11308715"/>
          </a:xfrm>
          <a:custGeom>
            <a:rect b="b" l="l" r="r" t="t"/>
            <a:pathLst>
              <a:path extrusionOk="0" h="11308715" w="20104100">
                <a:moveTo>
                  <a:pt x="20104099" y="0"/>
                </a:moveTo>
                <a:lnTo>
                  <a:pt x="0" y="0"/>
                </a:lnTo>
                <a:lnTo>
                  <a:pt x="0" y="11308556"/>
                </a:lnTo>
                <a:lnTo>
                  <a:pt x="20104099" y="11308556"/>
                </a:lnTo>
                <a:lnTo>
                  <a:pt x="20104099" y="0"/>
                </a:lnTo>
                <a:close/>
              </a:path>
            </a:pathLst>
          </a:custGeom>
          <a:solidFill>
            <a:srgbClr val="F6F8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0" name="Google Shape;70;p2"/>
          <p:cNvSpPr/>
          <p:nvPr/>
        </p:nvSpPr>
        <p:spPr>
          <a:xfrm>
            <a:off x="0" y="0"/>
            <a:ext cx="20104100" cy="1569085"/>
          </a:xfrm>
          <a:custGeom>
            <a:rect b="b" l="l" r="r" t="t"/>
            <a:pathLst>
              <a:path extrusionOk="0" h="1569085" w="20104100">
                <a:moveTo>
                  <a:pt x="20104099" y="0"/>
                </a:moveTo>
                <a:lnTo>
                  <a:pt x="0" y="0"/>
                </a:lnTo>
                <a:lnTo>
                  <a:pt x="0" y="1568538"/>
                </a:lnTo>
                <a:lnTo>
                  <a:pt x="20104099" y="1568538"/>
                </a:lnTo>
                <a:lnTo>
                  <a:pt x="2010409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71" name="Google Shape;71;p2"/>
          <p:cNvGrpSpPr/>
          <p:nvPr/>
        </p:nvGrpSpPr>
        <p:grpSpPr>
          <a:xfrm>
            <a:off x="0" y="3962599"/>
            <a:ext cx="20104621" cy="7346440"/>
            <a:chOff x="0" y="3962599"/>
            <a:chExt cx="20104621" cy="7346440"/>
          </a:xfrm>
        </p:grpSpPr>
        <p:sp>
          <p:nvSpPr>
            <p:cNvPr id="72" name="Google Shape;72;p2"/>
            <p:cNvSpPr/>
            <p:nvPr/>
          </p:nvSpPr>
          <p:spPr>
            <a:xfrm>
              <a:off x="0" y="3962599"/>
              <a:ext cx="2218690" cy="3497579"/>
            </a:xfrm>
            <a:custGeom>
              <a:rect b="b" l="l" r="r" t="t"/>
              <a:pathLst>
                <a:path extrusionOk="0" h="3497579" w="2218690">
                  <a:moveTo>
                    <a:pt x="0" y="2565654"/>
                  </a:moveTo>
                  <a:lnTo>
                    <a:pt x="0" y="3497045"/>
                  </a:lnTo>
                  <a:lnTo>
                    <a:pt x="69579" y="3497045"/>
                  </a:lnTo>
                  <a:lnTo>
                    <a:pt x="380156" y="3493568"/>
                  </a:lnTo>
                  <a:lnTo>
                    <a:pt x="631382" y="3486652"/>
                  </a:lnTo>
                  <a:lnTo>
                    <a:pt x="780577" y="3479744"/>
                  </a:lnTo>
                  <a:lnTo>
                    <a:pt x="929111" y="3470240"/>
                  </a:lnTo>
                  <a:lnTo>
                    <a:pt x="1076983" y="3458145"/>
                  </a:lnTo>
                  <a:lnTo>
                    <a:pt x="1175244" y="3448591"/>
                  </a:lnTo>
                  <a:lnTo>
                    <a:pt x="1273478" y="3437549"/>
                  </a:lnTo>
                  <a:lnTo>
                    <a:pt x="1371712" y="3424974"/>
                  </a:lnTo>
                  <a:lnTo>
                    <a:pt x="1469945" y="3410861"/>
                  </a:lnTo>
                  <a:lnTo>
                    <a:pt x="1568179" y="3395206"/>
                  </a:lnTo>
                  <a:lnTo>
                    <a:pt x="1666414" y="3378002"/>
                  </a:lnTo>
                  <a:lnTo>
                    <a:pt x="1765026" y="3358994"/>
                  </a:lnTo>
                  <a:lnTo>
                    <a:pt x="1864403" y="3337872"/>
                  </a:lnTo>
                  <a:lnTo>
                    <a:pt x="1964548" y="3314635"/>
                  </a:lnTo>
                  <a:lnTo>
                    <a:pt x="2065465" y="3289285"/>
                  </a:lnTo>
                  <a:lnTo>
                    <a:pt x="2167155" y="3261820"/>
                  </a:lnTo>
                  <a:lnTo>
                    <a:pt x="2218292" y="3247294"/>
                  </a:lnTo>
                  <a:lnTo>
                    <a:pt x="2218292" y="2570432"/>
                  </a:lnTo>
                  <a:lnTo>
                    <a:pt x="212289" y="2570432"/>
                  </a:lnTo>
                  <a:lnTo>
                    <a:pt x="101152" y="2568704"/>
                  </a:lnTo>
                  <a:lnTo>
                    <a:pt x="0" y="2565654"/>
                  </a:lnTo>
                  <a:close/>
                </a:path>
                <a:path extrusionOk="0" h="3497579" w="2218690">
                  <a:moveTo>
                    <a:pt x="2218292" y="1687488"/>
                  </a:moveTo>
                  <a:lnTo>
                    <a:pt x="1062254" y="1687488"/>
                  </a:lnTo>
                  <a:lnTo>
                    <a:pt x="1062254" y="2538572"/>
                  </a:lnTo>
                  <a:lnTo>
                    <a:pt x="953022" y="2546940"/>
                  </a:lnTo>
                  <a:lnTo>
                    <a:pt x="848444" y="2553444"/>
                  </a:lnTo>
                  <a:lnTo>
                    <a:pt x="701004" y="2560200"/>
                  </a:lnTo>
                  <a:lnTo>
                    <a:pt x="465981" y="2567291"/>
                  </a:lnTo>
                  <a:lnTo>
                    <a:pt x="278425" y="2570432"/>
                  </a:lnTo>
                  <a:lnTo>
                    <a:pt x="2218292" y="2570432"/>
                  </a:lnTo>
                  <a:lnTo>
                    <a:pt x="2218292" y="1687488"/>
                  </a:lnTo>
                  <a:close/>
                </a:path>
                <a:path extrusionOk="0" h="3497579" w="2218690">
                  <a:moveTo>
                    <a:pt x="2218292" y="926216"/>
                  </a:moveTo>
                  <a:lnTo>
                    <a:pt x="295678" y="926216"/>
                  </a:lnTo>
                  <a:lnTo>
                    <a:pt x="344095" y="926456"/>
                  </a:lnTo>
                  <a:lnTo>
                    <a:pt x="501269" y="928888"/>
                  </a:lnTo>
                  <a:lnTo>
                    <a:pt x="500530" y="928888"/>
                  </a:lnTo>
                  <a:lnTo>
                    <a:pt x="600094" y="931715"/>
                  </a:lnTo>
                  <a:lnTo>
                    <a:pt x="754052" y="938065"/>
                  </a:lnTo>
                  <a:lnTo>
                    <a:pt x="959997" y="949957"/>
                  </a:lnTo>
                  <a:lnTo>
                    <a:pt x="1065859" y="957703"/>
                  </a:lnTo>
                  <a:lnTo>
                    <a:pt x="1174952" y="967386"/>
                  </a:lnTo>
                  <a:lnTo>
                    <a:pt x="1327082" y="983522"/>
                  </a:lnTo>
                  <a:lnTo>
                    <a:pt x="1472112" y="1001583"/>
                  </a:lnTo>
                  <a:lnTo>
                    <a:pt x="1617552" y="1022348"/>
                  </a:lnTo>
                  <a:lnTo>
                    <a:pt x="1713942" y="1038119"/>
                  </a:lnTo>
                  <a:lnTo>
                    <a:pt x="1809621" y="1055540"/>
                  </a:lnTo>
                  <a:lnTo>
                    <a:pt x="1904595" y="1074617"/>
                  </a:lnTo>
                  <a:lnTo>
                    <a:pt x="1959297" y="1086560"/>
                  </a:lnTo>
                  <a:lnTo>
                    <a:pt x="2013032" y="1099153"/>
                  </a:lnTo>
                  <a:lnTo>
                    <a:pt x="2065798" y="1112391"/>
                  </a:lnTo>
                  <a:lnTo>
                    <a:pt x="2117597" y="1126271"/>
                  </a:lnTo>
                  <a:lnTo>
                    <a:pt x="2168428" y="1140790"/>
                  </a:lnTo>
                  <a:lnTo>
                    <a:pt x="2218292" y="1155944"/>
                  </a:lnTo>
                  <a:lnTo>
                    <a:pt x="2218292" y="926216"/>
                  </a:lnTo>
                  <a:close/>
                </a:path>
                <a:path extrusionOk="0" h="3497579" w="2218690">
                  <a:moveTo>
                    <a:pt x="26457" y="0"/>
                  </a:moveTo>
                  <a:lnTo>
                    <a:pt x="0" y="0"/>
                  </a:lnTo>
                  <a:lnTo>
                    <a:pt x="0" y="930525"/>
                  </a:lnTo>
                  <a:lnTo>
                    <a:pt x="43409" y="928888"/>
                  </a:lnTo>
                  <a:lnTo>
                    <a:pt x="92671" y="927558"/>
                  </a:lnTo>
                  <a:lnTo>
                    <a:pt x="141820" y="926761"/>
                  </a:lnTo>
                  <a:lnTo>
                    <a:pt x="2218292" y="926216"/>
                  </a:lnTo>
                  <a:lnTo>
                    <a:pt x="2218292" y="249689"/>
                  </a:lnTo>
                  <a:lnTo>
                    <a:pt x="2120492" y="222088"/>
                  </a:lnTo>
                  <a:lnTo>
                    <a:pt x="2022283" y="196198"/>
                  </a:lnTo>
                  <a:lnTo>
                    <a:pt x="1923667" y="172019"/>
                  </a:lnTo>
                  <a:lnTo>
                    <a:pt x="1824644" y="149553"/>
                  </a:lnTo>
                  <a:lnTo>
                    <a:pt x="1725216" y="128799"/>
                  </a:lnTo>
                  <a:lnTo>
                    <a:pt x="1625382" y="109758"/>
                  </a:lnTo>
                  <a:lnTo>
                    <a:pt x="1525143" y="92430"/>
                  </a:lnTo>
                  <a:lnTo>
                    <a:pt x="1424501" y="76816"/>
                  </a:lnTo>
                  <a:lnTo>
                    <a:pt x="1323456" y="62917"/>
                  </a:lnTo>
                  <a:lnTo>
                    <a:pt x="1222008" y="50732"/>
                  </a:lnTo>
                  <a:lnTo>
                    <a:pt x="1069176" y="35212"/>
                  </a:lnTo>
                  <a:lnTo>
                    <a:pt x="915697" y="22632"/>
                  </a:lnTo>
                  <a:lnTo>
                    <a:pt x="761569" y="12993"/>
                  </a:lnTo>
                  <a:lnTo>
                    <a:pt x="606791" y="6294"/>
                  </a:lnTo>
                  <a:lnTo>
                    <a:pt x="466060" y="2796"/>
                  </a:lnTo>
                  <a:lnTo>
                    <a:pt x="174198" y="2796"/>
                  </a:lnTo>
                  <a:lnTo>
                    <a:pt x="150409" y="2534"/>
                  </a:lnTo>
                  <a:lnTo>
                    <a:pt x="147040" y="2534"/>
                  </a:lnTo>
                  <a:lnTo>
                    <a:pt x="124098" y="2091"/>
                  </a:lnTo>
                  <a:lnTo>
                    <a:pt x="122601" y="2091"/>
                  </a:lnTo>
                  <a:lnTo>
                    <a:pt x="50318" y="275"/>
                  </a:lnTo>
                  <a:lnTo>
                    <a:pt x="26457" y="0"/>
                  </a:lnTo>
                  <a:close/>
                </a:path>
                <a:path extrusionOk="0" h="3497579" w="2218690">
                  <a:moveTo>
                    <a:pt x="357358" y="1712"/>
                  </a:moveTo>
                  <a:lnTo>
                    <a:pt x="295277" y="1712"/>
                  </a:lnTo>
                  <a:lnTo>
                    <a:pt x="190857" y="2796"/>
                  </a:lnTo>
                  <a:lnTo>
                    <a:pt x="466060" y="2796"/>
                  </a:lnTo>
                  <a:lnTo>
                    <a:pt x="413044" y="2091"/>
                  </a:lnTo>
                  <a:lnTo>
                    <a:pt x="429342" y="2091"/>
                  </a:lnTo>
                  <a:lnTo>
                    <a:pt x="357358" y="1712"/>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 name="Google Shape;73;p2"/>
            <p:cNvSpPr/>
            <p:nvPr/>
          </p:nvSpPr>
          <p:spPr>
            <a:xfrm>
              <a:off x="2799169" y="4025944"/>
              <a:ext cx="4008754" cy="3407410"/>
            </a:xfrm>
            <a:custGeom>
              <a:rect b="b" l="l" r="r" t="t"/>
              <a:pathLst>
                <a:path extrusionOk="0" h="3407409" w="4008754">
                  <a:moveTo>
                    <a:pt x="4008412" y="2495550"/>
                  </a:moveTo>
                  <a:lnTo>
                    <a:pt x="1158951" y="2495550"/>
                  </a:lnTo>
                  <a:lnTo>
                    <a:pt x="1158951" y="0"/>
                  </a:lnTo>
                  <a:lnTo>
                    <a:pt x="0" y="0"/>
                  </a:lnTo>
                  <a:lnTo>
                    <a:pt x="0" y="2495550"/>
                  </a:lnTo>
                  <a:lnTo>
                    <a:pt x="0" y="3407410"/>
                  </a:lnTo>
                  <a:lnTo>
                    <a:pt x="4008412" y="3407410"/>
                  </a:lnTo>
                  <a:lnTo>
                    <a:pt x="4008412" y="249555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4" name="Google Shape;74;p2"/>
            <p:cNvSpPr/>
            <p:nvPr/>
          </p:nvSpPr>
          <p:spPr>
            <a:xfrm>
              <a:off x="7025403" y="3997789"/>
              <a:ext cx="5257800" cy="3492500"/>
            </a:xfrm>
            <a:custGeom>
              <a:rect b="b" l="l" r="r" t="t"/>
              <a:pathLst>
                <a:path extrusionOk="0" h="3492500" w="5257800">
                  <a:moveTo>
                    <a:pt x="3307018" y="3479800"/>
                  </a:moveTo>
                  <a:lnTo>
                    <a:pt x="1951599" y="3479800"/>
                  </a:lnTo>
                  <a:lnTo>
                    <a:pt x="2004200" y="3492500"/>
                  </a:lnTo>
                  <a:lnTo>
                    <a:pt x="3254654" y="3492500"/>
                  </a:lnTo>
                  <a:lnTo>
                    <a:pt x="3307018" y="3479800"/>
                  </a:lnTo>
                  <a:close/>
                </a:path>
                <a:path extrusionOk="0" h="3492500" w="5257800">
                  <a:moveTo>
                    <a:pt x="3462173" y="3467100"/>
                  </a:moveTo>
                  <a:lnTo>
                    <a:pt x="1795865" y="3467100"/>
                  </a:lnTo>
                  <a:lnTo>
                    <a:pt x="1847432" y="3479800"/>
                  </a:lnTo>
                  <a:lnTo>
                    <a:pt x="3410777" y="3479800"/>
                  </a:lnTo>
                  <a:lnTo>
                    <a:pt x="3462173" y="3467100"/>
                  </a:lnTo>
                  <a:close/>
                </a:path>
                <a:path extrusionOk="0" h="3492500" w="5257800">
                  <a:moveTo>
                    <a:pt x="3563998" y="3454400"/>
                  </a:moveTo>
                  <a:lnTo>
                    <a:pt x="1693761" y="3454400"/>
                  </a:lnTo>
                  <a:lnTo>
                    <a:pt x="1744641" y="3467100"/>
                  </a:lnTo>
                  <a:lnTo>
                    <a:pt x="3513247" y="3467100"/>
                  </a:lnTo>
                  <a:lnTo>
                    <a:pt x="3563998" y="3454400"/>
                  </a:lnTo>
                  <a:close/>
                </a:path>
                <a:path extrusionOk="0" h="3492500" w="5257800">
                  <a:moveTo>
                    <a:pt x="3664534" y="3441700"/>
                  </a:moveTo>
                  <a:lnTo>
                    <a:pt x="1593030" y="3441700"/>
                  </a:lnTo>
                  <a:lnTo>
                    <a:pt x="1643224" y="3454400"/>
                  </a:lnTo>
                  <a:lnTo>
                    <a:pt x="3614427" y="3454400"/>
                  </a:lnTo>
                  <a:lnTo>
                    <a:pt x="3664534" y="3441700"/>
                  </a:lnTo>
                  <a:close/>
                </a:path>
                <a:path extrusionOk="0" h="3492500" w="5257800">
                  <a:moveTo>
                    <a:pt x="3812919" y="3416300"/>
                  </a:moveTo>
                  <a:lnTo>
                    <a:pt x="1444501" y="3416300"/>
                  </a:lnTo>
                  <a:lnTo>
                    <a:pt x="1543178" y="3441700"/>
                  </a:lnTo>
                  <a:lnTo>
                    <a:pt x="3714318" y="3441700"/>
                  </a:lnTo>
                  <a:lnTo>
                    <a:pt x="3812919" y="3416300"/>
                  </a:lnTo>
                  <a:close/>
                </a:path>
                <a:path extrusionOk="0" h="3492500" w="5257800">
                  <a:moveTo>
                    <a:pt x="3966684" y="101600"/>
                  </a:moveTo>
                  <a:lnTo>
                    <a:pt x="1290771" y="101600"/>
                  </a:lnTo>
                  <a:lnTo>
                    <a:pt x="1239255" y="114300"/>
                  </a:lnTo>
                  <a:lnTo>
                    <a:pt x="1188364" y="139700"/>
                  </a:lnTo>
                  <a:lnTo>
                    <a:pt x="1039436" y="177800"/>
                  </a:lnTo>
                  <a:lnTo>
                    <a:pt x="991042" y="203200"/>
                  </a:lnTo>
                  <a:lnTo>
                    <a:pt x="943272" y="215900"/>
                  </a:lnTo>
                  <a:lnTo>
                    <a:pt x="896127" y="241300"/>
                  </a:lnTo>
                  <a:lnTo>
                    <a:pt x="849607" y="254000"/>
                  </a:lnTo>
                  <a:lnTo>
                    <a:pt x="803919" y="279400"/>
                  </a:lnTo>
                  <a:lnTo>
                    <a:pt x="759287" y="304800"/>
                  </a:lnTo>
                  <a:lnTo>
                    <a:pt x="715713" y="317500"/>
                  </a:lnTo>
                  <a:lnTo>
                    <a:pt x="673196" y="342900"/>
                  </a:lnTo>
                  <a:lnTo>
                    <a:pt x="631737" y="381000"/>
                  </a:lnTo>
                  <a:lnTo>
                    <a:pt x="591335" y="406400"/>
                  </a:lnTo>
                  <a:lnTo>
                    <a:pt x="551991" y="431800"/>
                  </a:lnTo>
                  <a:lnTo>
                    <a:pt x="513706" y="469900"/>
                  </a:lnTo>
                  <a:lnTo>
                    <a:pt x="476479" y="495300"/>
                  </a:lnTo>
                  <a:lnTo>
                    <a:pt x="440311" y="533400"/>
                  </a:lnTo>
                  <a:lnTo>
                    <a:pt x="405202" y="558800"/>
                  </a:lnTo>
                  <a:lnTo>
                    <a:pt x="371290" y="596900"/>
                  </a:lnTo>
                  <a:lnTo>
                    <a:pt x="338747" y="635000"/>
                  </a:lnTo>
                  <a:lnTo>
                    <a:pt x="307573" y="673100"/>
                  </a:lnTo>
                  <a:lnTo>
                    <a:pt x="277768" y="723900"/>
                  </a:lnTo>
                  <a:lnTo>
                    <a:pt x="249333" y="762000"/>
                  </a:lnTo>
                  <a:lnTo>
                    <a:pt x="222266" y="812800"/>
                  </a:lnTo>
                  <a:lnTo>
                    <a:pt x="196569" y="850900"/>
                  </a:lnTo>
                  <a:lnTo>
                    <a:pt x="172241" y="901700"/>
                  </a:lnTo>
                  <a:lnTo>
                    <a:pt x="149283" y="952500"/>
                  </a:lnTo>
                  <a:lnTo>
                    <a:pt x="127693" y="1003300"/>
                  </a:lnTo>
                  <a:lnTo>
                    <a:pt x="107473" y="1054100"/>
                  </a:lnTo>
                  <a:lnTo>
                    <a:pt x="92663" y="1092200"/>
                  </a:lnTo>
                  <a:lnTo>
                    <a:pt x="78952" y="1143000"/>
                  </a:lnTo>
                  <a:lnTo>
                    <a:pt x="66338" y="1181100"/>
                  </a:lnTo>
                  <a:lnTo>
                    <a:pt x="54822" y="1231900"/>
                  </a:lnTo>
                  <a:lnTo>
                    <a:pt x="44404" y="1270000"/>
                  </a:lnTo>
                  <a:lnTo>
                    <a:pt x="35083" y="1320800"/>
                  </a:lnTo>
                  <a:lnTo>
                    <a:pt x="26859" y="1371600"/>
                  </a:lnTo>
                  <a:lnTo>
                    <a:pt x="19732" y="1422400"/>
                  </a:lnTo>
                  <a:lnTo>
                    <a:pt x="13702" y="1473200"/>
                  </a:lnTo>
                  <a:lnTo>
                    <a:pt x="8769" y="1524000"/>
                  </a:lnTo>
                  <a:lnTo>
                    <a:pt x="4932" y="1587500"/>
                  </a:lnTo>
                  <a:lnTo>
                    <a:pt x="2192" y="1638300"/>
                  </a:lnTo>
                  <a:lnTo>
                    <a:pt x="547" y="1689100"/>
                  </a:lnTo>
                  <a:lnTo>
                    <a:pt x="0" y="1752600"/>
                  </a:lnTo>
                  <a:lnTo>
                    <a:pt x="547" y="1803400"/>
                  </a:lnTo>
                  <a:lnTo>
                    <a:pt x="2192" y="1866900"/>
                  </a:lnTo>
                  <a:lnTo>
                    <a:pt x="4932" y="1917700"/>
                  </a:lnTo>
                  <a:lnTo>
                    <a:pt x="8769" y="1968500"/>
                  </a:lnTo>
                  <a:lnTo>
                    <a:pt x="13702" y="2019300"/>
                  </a:lnTo>
                  <a:lnTo>
                    <a:pt x="19732" y="2070100"/>
                  </a:lnTo>
                  <a:lnTo>
                    <a:pt x="26859" y="2120900"/>
                  </a:lnTo>
                  <a:lnTo>
                    <a:pt x="35083" y="2171700"/>
                  </a:lnTo>
                  <a:lnTo>
                    <a:pt x="44404" y="2222500"/>
                  </a:lnTo>
                  <a:lnTo>
                    <a:pt x="54822" y="2260600"/>
                  </a:lnTo>
                  <a:lnTo>
                    <a:pt x="66338" y="2311400"/>
                  </a:lnTo>
                  <a:lnTo>
                    <a:pt x="78952" y="2349500"/>
                  </a:lnTo>
                  <a:lnTo>
                    <a:pt x="92663" y="2400300"/>
                  </a:lnTo>
                  <a:lnTo>
                    <a:pt x="107473" y="2438400"/>
                  </a:lnTo>
                  <a:lnTo>
                    <a:pt x="127693" y="2489200"/>
                  </a:lnTo>
                  <a:lnTo>
                    <a:pt x="149283" y="2540000"/>
                  </a:lnTo>
                  <a:lnTo>
                    <a:pt x="172241" y="2590800"/>
                  </a:lnTo>
                  <a:lnTo>
                    <a:pt x="196569" y="2628900"/>
                  </a:lnTo>
                  <a:lnTo>
                    <a:pt x="222266" y="2679700"/>
                  </a:lnTo>
                  <a:lnTo>
                    <a:pt x="249333" y="2717800"/>
                  </a:lnTo>
                  <a:lnTo>
                    <a:pt x="277768" y="2768600"/>
                  </a:lnTo>
                  <a:lnTo>
                    <a:pt x="307573" y="2806700"/>
                  </a:lnTo>
                  <a:lnTo>
                    <a:pt x="338747" y="2844800"/>
                  </a:lnTo>
                  <a:lnTo>
                    <a:pt x="371290" y="2882900"/>
                  </a:lnTo>
                  <a:lnTo>
                    <a:pt x="405202" y="2921000"/>
                  </a:lnTo>
                  <a:lnTo>
                    <a:pt x="440311" y="2959100"/>
                  </a:lnTo>
                  <a:lnTo>
                    <a:pt x="476479" y="2984500"/>
                  </a:lnTo>
                  <a:lnTo>
                    <a:pt x="513706" y="3022600"/>
                  </a:lnTo>
                  <a:lnTo>
                    <a:pt x="551991" y="3048000"/>
                  </a:lnTo>
                  <a:lnTo>
                    <a:pt x="591335" y="3086100"/>
                  </a:lnTo>
                  <a:lnTo>
                    <a:pt x="631737" y="3111500"/>
                  </a:lnTo>
                  <a:lnTo>
                    <a:pt x="673196" y="3136900"/>
                  </a:lnTo>
                  <a:lnTo>
                    <a:pt x="715713" y="3162300"/>
                  </a:lnTo>
                  <a:lnTo>
                    <a:pt x="759287" y="3187700"/>
                  </a:lnTo>
                  <a:lnTo>
                    <a:pt x="803919" y="3213100"/>
                  </a:lnTo>
                  <a:lnTo>
                    <a:pt x="849607" y="3225800"/>
                  </a:lnTo>
                  <a:lnTo>
                    <a:pt x="943272" y="3276600"/>
                  </a:lnTo>
                  <a:lnTo>
                    <a:pt x="991042" y="3289300"/>
                  </a:lnTo>
                  <a:lnTo>
                    <a:pt x="1039436" y="3314700"/>
                  </a:lnTo>
                  <a:lnTo>
                    <a:pt x="1188364" y="3352800"/>
                  </a:lnTo>
                  <a:lnTo>
                    <a:pt x="1239255" y="3378200"/>
                  </a:lnTo>
                  <a:lnTo>
                    <a:pt x="1395674" y="3416300"/>
                  </a:lnTo>
                  <a:lnTo>
                    <a:pt x="3861735" y="3416300"/>
                  </a:lnTo>
                  <a:lnTo>
                    <a:pt x="4018257" y="3378200"/>
                  </a:lnTo>
                  <a:lnTo>
                    <a:pt x="4069229" y="3352800"/>
                  </a:lnTo>
                  <a:lnTo>
                    <a:pt x="4218545" y="3314700"/>
                  </a:lnTo>
                  <a:lnTo>
                    <a:pt x="4267119" y="3289300"/>
                  </a:lnTo>
                  <a:lnTo>
                    <a:pt x="4315093" y="3276600"/>
                  </a:lnTo>
                  <a:lnTo>
                    <a:pt x="4409247" y="3225800"/>
                  </a:lnTo>
                  <a:lnTo>
                    <a:pt x="4455166" y="3213100"/>
                  </a:lnTo>
                  <a:lnTo>
                    <a:pt x="4499980" y="3187700"/>
                  </a:lnTo>
                  <a:lnTo>
                    <a:pt x="4543691" y="3162300"/>
                  </a:lnTo>
                  <a:lnTo>
                    <a:pt x="4586297" y="3136900"/>
                  </a:lnTo>
                  <a:lnTo>
                    <a:pt x="4627800" y="3111500"/>
                  </a:lnTo>
                  <a:lnTo>
                    <a:pt x="4668200" y="3086100"/>
                  </a:lnTo>
                  <a:lnTo>
                    <a:pt x="4707496" y="3048000"/>
                  </a:lnTo>
                  <a:lnTo>
                    <a:pt x="4745689" y="3022600"/>
                  </a:lnTo>
                  <a:lnTo>
                    <a:pt x="4782780" y="2984500"/>
                  </a:lnTo>
                  <a:lnTo>
                    <a:pt x="4818768" y="2959100"/>
                  </a:lnTo>
                  <a:lnTo>
                    <a:pt x="4853653" y="2921000"/>
                  </a:lnTo>
                  <a:lnTo>
                    <a:pt x="4887319" y="2882900"/>
                  </a:lnTo>
                  <a:lnTo>
                    <a:pt x="4919665" y="2844800"/>
                  </a:lnTo>
                  <a:lnTo>
                    <a:pt x="4950692" y="2806700"/>
                  </a:lnTo>
                  <a:lnTo>
                    <a:pt x="4980398" y="2768600"/>
                  </a:lnTo>
                  <a:lnTo>
                    <a:pt x="5008785" y="2717800"/>
                  </a:lnTo>
                  <a:lnTo>
                    <a:pt x="5035852" y="2679700"/>
                  </a:lnTo>
                  <a:lnTo>
                    <a:pt x="5061599" y="2628900"/>
                  </a:lnTo>
                  <a:lnTo>
                    <a:pt x="5086026" y="2590800"/>
                  </a:lnTo>
                  <a:lnTo>
                    <a:pt x="5091802" y="2578100"/>
                  </a:lnTo>
                  <a:lnTo>
                    <a:pt x="2530519" y="2578100"/>
                  </a:lnTo>
                  <a:lnTo>
                    <a:pt x="2481257" y="2565400"/>
                  </a:lnTo>
                  <a:lnTo>
                    <a:pt x="2283040" y="2565400"/>
                  </a:lnTo>
                  <a:lnTo>
                    <a:pt x="2233482" y="2552700"/>
                  </a:lnTo>
                  <a:lnTo>
                    <a:pt x="2184398" y="2552700"/>
                  </a:lnTo>
                  <a:lnTo>
                    <a:pt x="2135787" y="2540000"/>
                  </a:lnTo>
                  <a:lnTo>
                    <a:pt x="2087652" y="2540000"/>
                  </a:lnTo>
                  <a:lnTo>
                    <a:pt x="2039993" y="2527300"/>
                  </a:lnTo>
                  <a:lnTo>
                    <a:pt x="1992811" y="2527300"/>
                  </a:lnTo>
                  <a:lnTo>
                    <a:pt x="1946108" y="2514600"/>
                  </a:lnTo>
                  <a:lnTo>
                    <a:pt x="1788884" y="2476500"/>
                  </a:lnTo>
                  <a:lnTo>
                    <a:pt x="1738903" y="2463800"/>
                  </a:lnTo>
                  <a:lnTo>
                    <a:pt x="1690132" y="2438400"/>
                  </a:lnTo>
                  <a:lnTo>
                    <a:pt x="1642567" y="2425700"/>
                  </a:lnTo>
                  <a:lnTo>
                    <a:pt x="1596608" y="2400300"/>
                  </a:lnTo>
                  <a:lnTo>
                    <a:pt x="1552674" y="2387600"/>
                  </a:lnTo>
                  <a:lnTo>
                    <a:pt x="1510761" y="2362200"/>
                  </a:lnTo>
                  <a:lnTo>
                    <a:pt x="1470866" y="2336800"/>
                  </a:lnTo>
                  <a:lnTo>
                    <a:pt x="1432987" y="2311400"/>
                  </a:lnTo>
                  <a:lnTo>
                    <a:pt x="1397119" y="2273300"/>
                  </a:lnTo>
                  <a:lnTo>
                    <a:pt x="1363440" y="2247900"/>
                  </a:lnTo>
                  <a:lnTo>
                    <a:pt x="1332097" y="2209800"/>
                  </a:lnTo>
                  <a:lnTo>
                    <a:pt x="1303091" y="2171700"/>
                  </a:lnTo>
                  <a:lnTo>
                    <a:pt x="1276423" y="2133600"/>
                  </a:lnTo>
                  <a:lnTo>
                    <a:pt x="1252096" y="2095500"/>
                  </a:lnTo>
                  <a:lnTo>
                    <a:pt x="1230109" y="2057400"/>
                  </a:lnTo>
                  <a:lnTo>
                    <a:pt x="1210861" y="2006600"/>
                  </a:lnTo>
                  <a:lnTo>
                    <a:pt x="1194763" y="1968500"/>
                  </a:lnTo>
                  <a:lnTo>
                    <a:pt x="1181813" y="1917700"/>
                  </a:lnTo>
                  <a:lnTo>
                    <a:pt x="1172012" y="1866900"/>
                  </a:lnTo>
                  <a:lnTo>
                    <a:pt x="1165361" y="1803400"/>
                  </a:lnTo>
                  <a:lnTo>
                    <a:pt x="1161859" y="1752600"/>
                  </a:lnTo>
                  <a:lnTo>
                    <a:pt x="1164426" y="1701800"/>
                  </a:lnTo>
                  <a:lnTo>
                    <a:pt x="1170230" y="1638300"/>
                  </a:lnTo>
                  <a:lnTo>
                    <a:pt x="1179267" y="1587500"/>
                  </a:lnTo>
                  <a:lnTo>
                    <a:pt x="1191537" y="1536700"/>
                  </a:lnTo>
                  <a:lnTo>
                    <a:pt x="1207036" y="1498600"/>
                  </a:lnTo>
                  <a:lnTo>
                    <a:pt x="1225763" y="1447800"/>
                  </a:lnTo>
                  <a:lnTo>
                    <a:pt x="1247338" y="1409700"/>
                  </a:lnTo>
                  <a:lnTo>
                    <a:pt x="1271415" y="1371600"/>
                  </a:lnTo>
                  <a:lnTo>
                    <a:pt x="1297997" y="1333500"/>
                  </a:lnTo>
                  <a:lnTo>
                    <a:pt x="1327084" y="1295400"/>
                  </a:lnTo>
                  <a:lnTo>
                    <a:pt x="1358679" y="1270000"/>
                  </a:lnTo>
                  <a:lnTo>
                    <a:pt x="1392784" y="1231900"/>
                  </a:lnTo>
                  <a:lnTo>
                    <a:pt x="1429123" y="1206500"/>
                  </a:lnTo>
                  <a:lnTo>
                    <a:pt x="1467481" y="1181100"/>
                  </a:lnTo>
                  <a:lnTo>
                    <a:pt x="1507859" y="1155700"/>
                  </a:lnTo>
                  <a:lnTo>
                    <a:pt x="1550259" y="1130300"/>
                  </a:lnTo>
                  <a:lnTo>
                    <a:pt x="1594679" y="1104900"/>
                  </a:lnTo>
                  <a:lnTo>
                    <a:pt x="1641122" y="1079500"/>
                  </a:lnTo>
                  <a:lnTo>
                    <a:pt x="1689079" y="1066800"/>
                  </a:lnTo>
                  <a:lnTo>
                    <a:pt x="1738093" y="1041400"/>
                  </a:lnTo>
                  <a:lnTo>
                    <a:pt x="1944663" y="990600"/>
                  </a:lnTo>
                  <a:lnTo>
                    <a:pt x="1991021" y="977900"/>
                  </a:lnTo>
                  <a:lnTo>
                    <a:pt x="2037966" y="977900"/>
                  </a:lnTo>
                  <a:lnTo>
                    <a:pt x="2133631" y="952500"/>
                  </a:lnTo>
                  <a:lnTo>
                    <a:pt x="2182355" y="952500"/>
                  </a:lnTo>
                  <a:lnTo>
                    <a:pt x="2231675" y="939800"/>
                  </a:lnTo>
                  <a:lnTo>
                    <a:pt x="2381648" y="939800"/>
                  </a:lnTo>
                  <a:lnTo>
                    <a:pt x="2431408" y="927100"/>
                  </a:lnTo>
                  <a:lnTo>
                    <a:pt x="5097579" y="927100"/>
                  </a:lnTo>
                  <a:lnTo>
                    <a:pt x="5086026" y="901700"/>
                  </a:lnTo>
                  <a:lnTo>
                    <a:pt x="5061599" y="850900"/>
                  </a:lnTo>
                  <a:lnTo>
                    <a:pt x="5035852" y="812800"/>
                  </a:lnTo>
                  <a:lnTo>
                    <a:pt x="5008785" y="762000"/>
                  </a:lnTo>
                  <a:lnTo>
                    <a:pt x="4980398" y="723900"/>
                  </a:lnTo>
                  <a:lnTo>
                    <a:pt x="4950692" y="673100"/>
                  </a:lnTo>
                  <a:lnTo>
                    <a:pt x="4919665" y="635000"/>
                  </a:lnTo>
                  <a:lnTo>
                    <a:pt x="4887319" y="596900"/>
                  </a:lnTo>
                  <a:lnTo>
                    <a:pt x="4853653" y="558800"/>
                  </a:lnTo>
                  <a:lnTo>
                    <a:pt x="4818768" y="533400"/>
                  </a:lnTo>
                  <a:lnTo>
                    <a:pt x="4782780" y="495300"/>
                  </a:lnTo>
                  <a:lnTo>
                    <a:pt x="4745689" y="469900"/>
                  </a:lnTo>
                  <a:lnTo>
                    <a:pt x="4707496" y="431800"/>
                  </a:lnTo>
                  <a:lnTo>
                    <a:pt x="4668200" y="406400"/>
                  </a:lnTo>
                  <a:lnTo>
                    <a:pt x="4627800" y="381000"/>
                  </a:lnTo>
                  <a:lnTo>
                    <a:pt x="4586297" y="342900"/>
                  </a:lnTo>
                  <a:lnTo>
                    <a:pt x="4543691" y="317500"/>
                  </a:lnTo>
                  <a:lnTo>
                    <a:pt x="4499980" y="304800"/>
                  </a:lnTo>
                  <a:lnTo>
                    <a:pt x="4455166" y="279400"/>
                  </a:lnTo>
                  <a:lnTo>
                    <a:pt x="4409247" y="254000"/>
                  </a:lnTo>
                  <a:lnTo>
                    <a:pt x="4362469" y="241300"/>
                  </a:lnTo>
                  <a:lnTo>
                    <a:pt x="4315093" y="215900"/>
                  </a:lnTo>
                  <a:lnTo>
                    <a:pt x="4267119" y="203200"/>
                  </a:lnTo>
                  <a:lnTo>
                    <a:pt x="4218545" y="177800"/>
                  </a:lnTo>
                  <a:lnTo>
                    <a:pt x="4069229" y="139700"/>
                  </a:lnTo>
                  <a:lnTo>
                    <a:pt x="4018257" y="114300"/>
                  </a:lnTo>
                  <a:lnTo>
                    <a:pt x="3966684" y="101600"/>
                  </a:lnTo>
                  <a:close/>
                </a:path>
                <a:path extrusionOk="0" h="3492500" w="5257800">
                  <a:moveTo>
                    <a:pt x="5097579" y="927100"/>
                  </a:moveTo>
                  <a:lnTo>
                    <a:pt x="2825969" y="927100"/>
                  </a:lnTo>
                  <a:lnTo>
                    <a:pt x="2875736" y="939800"/>
                  </a:lnTo>
                  <a:lnTo>
                    <a:pt x="2975815" y="939800"/>
                  </a:lnTo>
                  <a:lnTo>
                    <a:pt x="3025746" y="952500"/>
                  </a:lnTo>
                  <a:lnTo>
                    <a:pt x="3124015" y="952500"/>
                  </a:lnTo>
                  <a:lnTo>
                    <a:pt x="3220162" y="977900"/>
                  </a:lnTo>
                  <a:lnTo>
                    <a:pt x="3267441" y="977900"/>
                  </a:lnTo>
                  <a:lnTo>
                    <a:pt x="3314192" y="990600"/>
                  </a:lnTo>
                  <a:lnTo>
                    <a:pt x="3367845" y="1003300"/>
                  </a:lnTo>
                  <a:lnTo>
                    <a:pt x="3522032" y="1041400"/>
                  </a:lnTo>
                  <a:lnTo>
                    <a:pt x="3571169" y="1066800"/>
                  </a:lnTo>
                  <a:lnTo>
                    <a:pt x="3619177" y="1079500"/>
                  </a:lnTo>
                  <a:lnTo>
                    <a:pt x="3665562" y="1104900"/>
                  </a:lnTo>
                  <a:lnTo>
                    <a:pt x="3709857" y="1130300"/>
                  </a:lnTo>
                  <a:lnTo>
                    <a:pt x="3752059" y="1155700"/>
                  </a:lnTo>
                  <a:lnTo>
                    <a:pt x="3792165" y="1181100"/>
                  </a:lnTo>
                  <a:lnTo>
                    <a:pt x="3830170" y="1206500"/>
                  </a:lnTo>
                  <a:lnTo>
                    <a:pt x="3866070" y="1231900"/>
                  </a:lnTo>
                  <a:lnTo>
                    <a:pt x="3906217" y="1270000"/>
                  </a:lnTo>
                  <a:lnTo>
                    <a:pt x="3942990" y="1308100"/>
                  </a:lnTo>
                  <a:lnTo>
                    <a:pt x="3976391" y="1358900"/>
                  </a:lnTo>
                  <a:lnTo>
                    <a:pt x="4006424" y="1397000"/>
                  </a:lnTo>
                  <a:lnTo>
                    <a:pt x="4033091" y="1447800"/>
                  </a:lnTo>
                  <a:lnTo>
                    <a:pt x="4052177" y="1498600"/>
                  </a:lnTo>
                  <a:lnTo>
                    <a:pt x="4067792" y="1536700"/>
                  </a:lnTo>
                  <a:lnTo>
                    <a:pt x="4079937" y="1587500"/>
                  </a:lnTo>
                  <a:lnTo>
                    <a:pt x="4088611" y="1638300"/>
                  </a:lnTo>
                  <a:lnTo>
                    <a:pt x="4093815" y="1701800"/>
                  </a:lnTo>
                  <a:lnTo>
                    <a:pt x="4095550" y="1752600"/>
                  </a:lnTo>
                  <a:lnTo>
                    <a:pt x="4092688" y="1803400"/>
                  </a:lnTo>
                  <a:lnTo>
                    <a:pt x="4086711" y="1866900"/>
                  </a:lnTo>
                  <a:lnTo>
                    <a:pt x="4077619" y="1917700"/>
                  </a:lnTo>
                  <a:lnTo>
                    <a:pt x="4065411" y="1968500"/>
                  </a:lnTo>
                  <a:lnTo>
                    <a:pt x="4050085" y="2019300"/>
                  </a:lnTo>
                  <a:lnTo>
                    <a:pt x="4031641" y="2057400"/>
                  </a:lnTo>
                  <a:lnTo>
                    <a:pt x="4010077" y="2095500"/>
                  </a:lnTo>
                  <a:lnTo>
                    <a:pt x="3985392" y="2146300"/>
                  </a:lnTo>
                  <a:lnTo>
                    <a:pt x="3957586" y="2171700"/>
                  </a:lnTo>
                  <a:lnTo>
                    <a:pt x="3923335" y="2222500"/>
                  </a:lnTo>
                  <a:lnTo>
                    <a:pt x="3886683" y="2247900"/>
                  </a:lnTo>
                  <a:lnTo>
                    <a:pt x="3847627" y="2286000"/>
                  </a:lnTo>
                  <a:lnTo>
                    <a:pt x="3806169" y="2324100"/>
                  </a:lnTo>
                  <a:lnTo>
                    <a:pt x="3762306" y="2349500"/>
                  </a:lnTo>
                  <a:lnTo>
                    <a:pt x="3716039" y="2374900"/>
                  </a:lnTo>
                  <a:lnTo>
                    <a:pt x="3667366" y="2400300"/>
                  </a:lnTo>
                  <a:lnTo>
                    <a:pt x="3616287" y="2425700"/>
                  </a:lnTo>
                  <a:lnTo>
                    <a:pt x="3573952" y="2438400"/>
                  </a:lnTo>
                  <a:lnTo>
                    <a:pt x="3530598" y="2463800"/>
                  </a:lnTo>
                  <a:lnTo>
                    <a:pt x="3486226" y="2476500"/>
                  </a:lnTo>
                  <a:lnTo>
                    <a:pt x="3347009" y="2514600"/>
                  </a:lnTo>
                  <a:lnTo>
                    <a:pt x="3298572" y="2514600"/>
                  </a:lnTo>
                  <a:lnTo>
                    <a:pt x="3198652" y="2540000"/>
                  </a:lnTo>
                  <a:lnTo>
                    <a:pt x="3147171" y="2540000"/>
                  </a:lnTo>
                  <a:lnTo>
                    <a:pt x="3095191" y="2552700"/>
                  </a:lnTo>
                  <a:lnTo>
                    <a:pt x="2991319" y="2552700"/>
                  </a:lnTo>
                  <a:lnTo>
                    <a:pt x="2939427" y="2565400"/>
                  </a:lnTo>
                  <a:lnTo>
                    <a:pt x="2783930" y="2565400"/>
                  </a:lnTo>
                  <a:lnTo>
                    <a:pt x="2732158" y="2578100"/>
                  </a:lnTo>
                  <a:lnTo>
                    <a:pt x="5091802" y="2578100"/>
                  </a:lnTo>
                  <a:lnTo>
                    <a:pt x="5109132" y="2540000"/>
                  </a:lnTo>
                  <a:lnTo>
                    <a:pt x="5130917" y="2489200"/>
                  </a:lnTo>
                  <a:lnTo>
                    <a:pt x="5151382" y="2438400"/>
                  </a:lnTo>
                  <a:lnTo>
                    <a:pt x="5166372" y="2400300"/>
                  </a:lnTo>
                  <a:lnTo>
                    <a:pt x="5180220" y="2349500"/>
                  </a:lnTo>
                  <a:lnTo>
                    <a:pt x="5192926" y="2311400"/>
                  </a:lnTo>
                  <a:lnTo>
                    <a:pt x="5204492" y="2260600"/>
                  </a:lnTo>
                  <a:lnTo>
                    <a:pt x="5214916" y="2222500"/>
                  </a:lnTo>
                  <a:lnTo>
                    <a:pt x="5224199" y="2171700"/>
                  </a:lnTo>
                  <a:lnTo>
                    <a:pt x="5232341" y="2120900"/>
                  </a:lnTo>
                  <a:lnTo>
                    <a:pt x="5239343" y="2070100"/>
                  </a:lnTo>
                  <a:lnTo>
                    <a:pt x="5245205" y="2019300"/>
                  </a:lnTo>
                  <a:lnTo>
                    <a:pt x="5249926" y="1968500"/>
                  </a:lnTo>
                  <a:lnTo>
                    <a:pt x="5253507" y="1917700"/>
                  </a:lnTo>
                  <a:lnTo>
                    <a:pt x="5255948" y="1866900"/>
                  </a:lnTo>
                  <a:lnTo>
                    <a:pt x="5257249" y="1803400"/>
                  </a:lnTo>
                  <a:lnTo>
                    <a:pt x="5257410" y="1752600"/>
                  </a:lnTo>
                  <a:lnTo>
                    <a:pt x="5257281" y="1701800"/>
                  </a:lnTo>
                  <a:lnTo>
                    <a:pt x="5257249" y="1689100"/>
                  </a:lnTo>
                  <a:lnTo>
                    <a:pt x="5255948" y="1638300"/>
                  </a:lnTo>
                  <a:lnTo>
                    <a:pt x="5253507" y="1587500"/>
                  </a:lnTo>
                  <a:lnTo>
                    <a:pt x="5249926" y="1524000"/>
                  </a:lnTo>
                  <a:lnTo>
                    <a:pt x="5245205" y="1473200"/>
                  </a:lnTo>
                  <a:lnTo>
                    <a:pt x="5239343" y="1422400"/>
                  </a:lnTo>
                  <a:lnTo>
                    <a:pt x="5232341" y="1371600"/>
                  </a:lnTo>
                  <a:lnTo>
                    <a:pt x="5224199" y="1320800"/>
                  </a:lnTo>
                  <a:lnTo>
                    <a:pt x="5214916" y="1270000"/>
                  </a:lnTo>
                  <a:lnTo>
                    <a:pt x="5204492" y="1231900"/>
                  </a:lnTo>
                  <a:lnTo>
                    <a:pt x="5192926" y="1181100"/>
                  </a:lnTo>
                  <a:lnTo>
                    <a:pt x="5180220" y="1143000"/>
                  </a:lnTo>
                  <a:lnTo>
                    <a:pt x="5166372" y="1092200"/>
                  </a:lnTo>
                  <a:lnTo>
                    <a:pt x="5151382" y="1054100"/>
                  </a:lnTo>
                  <a:lnTo>
                    <a:pt x="5130917" y="1003300"/>
                  </a:lnTo>
                  <a:lnTo>
                    <a:pt x="5109132" y="952500"/>
                  </a:lnTo>
                  <a:lnTo>
                    <a:pt x="5097579" y="927100"/>
                  </a:lnTo>
                  <a:close/>
                </a:path>
                <a:path extrusionOk="0" h="3492500" w="5257800">
                  <a:moveTo>
                    <a:pt x="3763779" y="63500"/>
                  </a:moveTo>
                  <a:lnTo>
                    <a:pt x="1493668" y="63500"/>
                  </a:lnTo>
                  <a:lnTo>
                    <a:pt x="1395674" y="88900"/>
                  </a:lnTo>
                  <a:lnTo>
                    <a:pt x="1342910" y="101600"/>
                  </a:lnTo>
                  <a:lnTo>
                    <a:pt x="3914510" y="101600"/>
                  </a:lnTo>
                  <a:lnTo>
                    <a:pt x="3861735" y="88900"/>
                  </a:lnTo>
                  <a:lnTo>
                    <a:pt x="3763779" y="63500"/>
                  </a:lnTo>
                  <a:close/>
                </a:path>
                <a:path extrusionOk="0" h="3492500" w="5257800">
                  <a:moveTo>
                    <a:pt x="3614427" y="38100"/>
                  </a:moveTo>
                  <a:lnTo>
                    <a:pt x="1643224" y="38100"/>
                  </a:lnTo>
                  <a:lnTo>
                    <a:pt x="1543178" y="63500"/>
                  </a:lnTo>
                  <a:lnTo>
                    <a:pt x="3714318" y="63500"/>
                  </a:lnTo>
                  <a:lnTo>
                    <a:pt x="3614427" y="38100"/>
                  </a:lnTo>
                  <a:close/>
                </a:path>
                <a:path extrusionOk="0" h="3492500" w="5257800">
                  <a:moveTo>
                    <a:pt x="3513247" y="25400"/>
                  </a:moveTo>
                  <a:lnTo>
                    <a:pt x="1744641" y="25400"/>
                  </a:lnTo>
                  <a:lnTo>
                    <a:pt x="1693761" y="38100"/>
                  </a:lnTo>
                  <a:lnTo>
                    <a:pt x="3563998" y="38100"/>
                  </a:lnTo>
                  <a:lnTo>
                    <a:pt x="3513247" y="25400"/>
                  </a:lnTo>
                  <a:close/>
                </a:path>
                <a:path extrusionOk="0" h="3492500" w="5257800">
                  <a:moveTo>
                    <a:pt x="3359059" y="12700"/>
                  </a:moveTo>
                  <a:lnTo>
                    <a:pt x="1899344" y="12700"/>
                  </a:lnTo>
                  <a:lnTo>
                    <a:pt x="1847432" y="25400"/>
                  </a:lnTo>
                  <a:lnTo>
                    <a:pt x="3410777" y="25400"/>
                  </a:lnTo>
                  <a:lnTo>
                    <a:pt x="3359059" y="12700"/>
                  </a:lnTo>
                  <a:close/>
                </a:path>
                <a:path extrusionOk="0" h="3492500" w="5257800">
                  <a:moveTo>
                    <a:pt x="3097333" y="0"/>
                  </a:moveTo>
                  <a:lnTo>
                    <a:pt x="2161944" y="0"/>
                  </a:lnTo>
                  <a:lnTo>
                    <a:pt x="2109482" y="12700"/>
                  </a:lnTo>
                  <a:lnTo>
                    <a:pt x="3149710" y="12700"/>
                  </a:lnTo>
                  <a:lnTo>
                    <a:pt x="309733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5" name="Google Shape;75;p2"/>
            <p:cNvSpPr/>
            <p:nvPr/>
          </p:nvSpPr>
          <p:spPr>
            <a:xfrm>
              <a:off x="12863716" y="4017714"/>
              <a:ext cx="7240905" cy="3416300"/>
            </a:xfrm>
            <a:custGeom>
              <a:rect b="b" l="l" r="r" t="t"/>
              <a:pathLst>
                <a:path extrusionOk="0" h="3416300" w="7240905">
                  <a:moveTo>
                    <a:pt x="4583519" y="2468943"/>
                  </a:moveTo>
                  <a:lnTo>
                    <a:pt x="4582350" y="2420899"/>
                  </a:lnTo>
                  <a:lnTo>
                    <a:pt x="4578832" y="2373592"/>
                  </a:lnTo>
                  <a:lnTo>
                    <a:pt x="4572978" y="2326995"/>
                  </a:lnTo>
                  <a:lnTo>
                    <a:pt x="4564786" y="2281123"/>
                  </a:lnTo>
                  <a:lnTo>
                    <a:pt x="4554258" y="2235962"/>
                  </a:lnTo>
                  <a:lnTo>
                    <a:pt x="4541393" y="2191524"/>
                  </a:lnTo>
                  <a:lnTo>
                    <a:pt x="4523270" y="2139492"/>
                  </a:lnTo>
                  <a:lnTo>
                    <a:pt x="4511853" y="2111654"/>
                  </a:lnTo>
                  <a:lnTo>
                    <a:pt x="4502594" y="2089073"/>
                  </a:lnTo>
                  <a:lnTo>
                    <a:pt x="4479353" y="2040280"/>
                  </a:lnTo>
                  <a:lnTo>
                    <a:pt x="4453560" y="1993099"/>
                  </a:lnTo>
                  <a:lnTo>
                    <a:pt x="4425213" y="1947545"/>
                  </a:lnTo>
                  <a:lnTo>
                    <a:pt x="4394428" y="1903818"/>
                  </a:lnTo>
                  <a:lnTo>
                    <a:pt x="4361319" y="1862048"/>
                  </a:lnTo>
                  <a:lnTo>
                    <a:pt x="4325874" y="1822246"/>
                  </a:lnTo>
                  <a:lnTo>
                    <a:pt x="4288117" y="1784426"/>
                  </a:lnTo>
                  <a:lnTo>
                    <a:pt x="4248048" y="1748574"/>
                  </a:lnTo>
                  <a:lnTo>
                    <a:pt x="4205922" y="1714995"/>
                  </a:lnTo>
                  <a:lnTo>
                    <a:pt x="4162056" y="1683981"/>
                  </a:lnTo>
                  <a:lnTo>
                    <a:pt x="4116451" y="1655521"/>
                  </a:lnTo>
                  <a:lnTo>
                    <a:pt x="4069105" y="1629613"/>
                  </a:lnTo>
                  <a:lnTo>
                    <a:pt x="4020045" y="1606257"/>
                  </a:lnTo>
                  <a:lnTo>
                    <a:pt x="4051516" y="1574482"/>
                  </a:lnTo>
                  <a:lnTo>
                    <a:pt x="4082097" y="1540167"/>
                  </a:lnTo>
                  <a:lnTo>
                    <a:pt x="4111790" y="1503324"/>
                  </a:lnTo>
                  <a:lnTo>
                    <a:pt x="4140555" y="1463916"/>
                  </a:lnTo>
                  <a:lnTo>
                    <a:pt x="4167975" y="1422641"/>
                  </a:lnTo>
                  <a:lnTo>
                    <a:pt x="4193565" y="1380070"/>
                  </a:lnTo>
                  <a:lnTo>
                    <a:pt x="4217352" y="1336217"/>
                  </a:lnTo>
                  <a:lnTo>
                    <a:pt x="4228719" y="1312862"/>
                  </a:lnTo>
                  <a:lnTo>
                    <a:pt x="4239336" y="1291094"/>
                  </a:lnTo>
                  <a:lnTo>
                    <a:pt x="4259288" y="1245069"/>
                  </a:lnTo>
                  <a:lnTo>
                    <a:pt x="4277068" y="1198511"/>
                  </a:lnTo>
                  <a:lnTo>
                    <a:pt x="4292689" y="1151394"/>
                  </a:lnTo>
                  <a:lnTo>
                    <a:pt x="4306138" y="1103757"/>
                  </a:lnTo>
                  <a:lnTo>
                    <a:pt x="4316920" y="1055827"/>
                  </a:lnTo>
                  <a:lnTo>
                    <a:pt x="4324629" y="1007897"/>
                  </a:lnTo>
                  <a:lnTo>
                    <a:pt x="4329265" y="959967"/>
                  </a:lnTo>
                  <a:lnTo>
                    <a:pt x="4330814" y="912037"/>
                  </a:lnTo>
                  <a:lnTo>
                    <a:pt x="4329366" y="858596"/>
                  </a:lnTo>
                  <a:lnTo>
                    <a:pt x="4325112" y="807478"/>
                  </a:lnTo>
                  <a:lnTo>
                    <a:pt x="4325010" y="806170"/>
                  </a:lnTo>
                  <a:lnTo>
                    <a:pt x="4317746" y="754748"/>
                  </a:lnTo>
                  <a:lnTo>
                    <a:pt x="4307586" y="704329"/>
                  </a:lnTo>
                  <a:lnTo>
                    <a:pt x="4294517" y="654926"/>
                  </a:lnTo>
                  <a:lnTo>
                    <a:pt x="4278541" y="606526"/>
                  </a:lnTo>
                  <a:lnTo>
                    <a:pt x="4259669" y="559142"/>
                  </a:lnTo>
                  <a:lnTo>
                    <a:pt x="4238282" y="513118"/>
                  </a:lnTo>
                  <a:lnTo>
                    <a:pt x="4214838" y="468807"/>
                  </a:lnTo>
                  <a:lnTo>
                    <a:pt x="4189311" y="426212"/>
                  </a:lnTo>
                  <a:lnTo>
                    <a:pt x="4161726" y="385330"/>
                  </a:lnTo>
                  <a:lnTo>
                    <a:pt x="4132059" y="346163"/>
                  </a:lnTo>
                  <a:lnTo>
                    <a:pt x="4100322" y="308724"/>
                  </a:lnTo>
                  <a:lnTo>
                    <a:pt x="4066502" y="273011"/>
                  </a:lnTo>
                  <a:lnTo>
                    <a:pt x="4030789" y="239204"/>
                  </a:lnTo>
                  <a:lnTo>
                    <a:pt x="3993350" y="207454"/>
                  </a:lnTo>
                  <a:lnTo>
                    <a:pt x="3954195" y="177800"/>
                  </a:lnTo>
                  <a:lnTo>
                    <a:pt x="3913314" y="150202"/>
                  </a:lnTo>
                  <a:lnTo>
                    <a:pt x="3870731" y="124688"/>
                  </a:lnTo>
                  <a:lnTo>
                    <a:pt x="3826421" y="101244"/>
                  </a:lnTo>
                  <a:lnTo>
                    <a:pt x="3780409" y="79870"/>
                  </a:lnTo>
                  <a:lnTo>
                    <a:pt x="3733000" y="60998"/>
                  </a:lnTo>
                  <a:lnTo>
                    <a:pt x="3684600" y="45021"/>
                  </a:lnTo>
                  <a:lnTo>
                    <a:pt x="3635184" y="31953"/>
                  </a:lnTo>
                  <a:lnTo>
                    <a:pt x="3584765" y="21780"/>
                  </a:lnTo>
                  <a:lnTo>
                    <a:pt x="3533343" y="14516"/>
                  </a:lnTo>
                  <a:lnTo>
                    <a:pt x="3480917" y="10147"/>
                  </a:lnTo>
                  <a:lnTo>
                    <a:pt x="3427488" y="8699"/>
                  </a:lnTo>
                  <a:lnTo>
                    <a:pt x="3427488" y="2364359"/>
                  </a:lnTo>
                  <a:lnTo>
                    <a:pt x="3422853" y="2414740"/>
                  </a:lnTo>
                  <a:lnTo>
                    <a:pt x="3408972" y="2461310"/>
                  </a:lnTo>
                  <a:lnTo>
                    <a:pt x="3385820" y="2504059"/>
                  </a:lnTo>
                  <a:lnTo>
                    <a:pt x="3353409" y="2543010"/>
                  </a:lnTo>
                  <a:lnTo>
                    <a:pt x="3314471" y="2575407"/>
                  </a:lnTo>
                  <a:lnTo>
                    <a:pt x="3271723" y="2598559"/>
                  </a:lnTo>
                  <a:lnTo>
                    <a:pt x="3225152" y="2612440"/>
                  </a:lnTo>
                  <a:lnTo>
                    <a:pt x="3174771" y="2617063"/>
                  </a:lnTo>
                  <a:lnTo>
                    <a:pt x="1158951" y="2617063"/>
                  </a:lnTo>
                  <a:lnTo>
                    <a:pt x="1158951" y="2111654"/>
                  </a:lnTo>
                  <a:lnTo>
                    <a:pt x="3174771" y="2111654"/>
                  </a:lnTo>
                  <a:lnTo>
                    <a:pt x="3225152" y="2116277"/>
                  </a:lnTo>
                  <a:lnTo>
                    <a:pt x="3271723" y="2130171"/>
                  </a:lnTo>
                  <a:lnTo>
                    <a:pt x="3314471" y="2153323"/>
                  </a:lnTo>
                  <a:lnTo>
                    <a:pt x="3353409" y="2185746"/>
                  </a:lnTo>
                  <a:lnTo>
                    <a:pt x="3385820" y="2224671"/>
                  </a:lnTo>
                  <a:lnTo>
                    <a:pt x="3408972" y="2267420"/>
                  </a:lnTo>
                  <a:lnTo>
                    <a:pt x="3422853" y="2313990"/>
                  </a:lnTo>
                  <a:lnTo>
                    <a:pt x="3427488" y="2364359"/>
                  </a:lnTo>
                  <a:lnTo>
                    <a:pt x="3427488" y="8699"/>
                  </a:lnTo>
                  <a:lnTo>
                    <a:pt x="3267722" y="8699"/>
                  </a:lnTo>
                  <a:lnTo>
                    <a:pt x="3267722" y="1060183"/>
                  </a:lnTo>
                  <a:lnTo>
                    <a:pt x="3263087" y="1110551"/>
                  </a:lnTo>
                  <a:lnTo>
                    <a:pt x="3249206" y="1157109"/>
                  </a:lnTo>
                  <a:lnTo>
                    <a:pt x="3226066" y="1199870"/>
                  </a:lnTo>
                  <a:lnTo>
                    <a:pt x="3193656" y="1238808"/>
                  </a:lnTo>
                  <a:lnTo>
                    <a:pt x="3154718" y="1271206"/>
                  </a:lnTo>
                  <a:lnTo>
                    <a:pt x="3111970" y="1294358"/>
                  </a:lnTo>
                  <a:lnTo>
                    <a:pt x="3065399" y="1308239"/>
                  </a:lnTo>
                  <a:lnTo>
                    <a:pt x="3015018" y="1312862"/>
                  </a:lnTo>
                  <a:lnTo>
                    <a:pt x="1158951" y="1312862"/>
                  </a:lnTo>
                  <a:lnTo>
                    <a:pt x="1158951" y="807478"/>
                  </a:lnTo>
                  <a:lnTo>
                    <a:pt x="3015018" y="807478"/>
                  </a:lnTo>
                  <a:lnTo>
                    <a:pt x="3065399" y="812114"/>
                  </a:lnTo>
                  <a:lnTo>
                    <a:pt x="3111970" y="825995"/>
                  </a:lnTo>
                  <a:lnTo>
                    <a:pt x="3154718" y="849134"/>
                  </a:lnTo>
                  <a:lnTo>
                    <a:pt x="3193656" y="881545"/>
                  </a:lnTo>
                  <a:lnTo>
                    <a:pt x="3226066" y="920483"/>
                  </a:lnTo>
                  <a:lnTo>
                    <a:pt x="3249206" y="963244"/>
                  </a:lnTo>
                  <a:lnTo>
                    <a:pt x="3263087" y="1009802"/>
                  </a:lnTo>
                  <a:lnTo>
                    <a:pt x="3267722" y="1060183"/>
                  </a:lnTo>
                  <a:lnTo>
                    <a:pt x="3267722" y="8699"/>
                  </a:lnTo>
                  <a:lnTo>
                    <a:pt x="0" y="8699"/>
                  </a:lnTo>
                  <a:lnTo>
                    <a:pt x="0" y="3415855"/>
                  </a:lnTo>
                  <a:lnTo>
                    <a:pt x="607377" y="3415855"/>
                  </a:lnTo>
                  <a:lnTo>
                    <a:pt x="1589303" y="3413696"/>
                  </a:lnTo>
                  <a:lnTo>
                    <a:pt x="3642436" y="3412947"/>
                  </a:lnTo>
                  <a:lnTo>
                    <a:pt x="3697541" y="3411436"/>
                  </a:lnTo>
                  <a:lnTo>
                    <a:pt x="3751707" y="3406902"/>
                  </a:lnTo>
                  <a:lnTo>
                    <a:pt x="3804932" y="3399345"/>
                  </a:lnTo>
                  <a:lnTo>
                    <a:pt x="3857218" y="3388753"/>
                  </a:lnTo>
                  <a:lnTo>
                    <a:pt x="3908564" y="3375152"/>
                  </a:lnTo>
                  <a:lnTo>
                    <a:pt x="3958958" y="3358515"/>
                  </a:lnTo>
                  <a:lnTo>
                    <a:pt x="4008412" y="3338855"/>
                  </a:lnTo>
                  <a:lnTo>
                    <a:pt x="4056469" y="3316617"/>
                  </a:lnTo>
                  <a:lnTo>
                    <a:pt x="4102760" y="3292170"/>
                  </a:lnTo>
                  <a:lnTo>
                    <a:pt x="4147274" y="3265525"/>
                  </a:lnTo>
                  <a:lnTo>
                    <a:pt x="4190009" y="3236696"/>
                  </a:lnTo>
                  <a:lnTo>
                    <a:pt x="4230979" y="3205657"/>
                  </a:lnTo>
                  <a:lnTo>
                    <a:pt x="4270159" y="3172434"/>
                  </a:lnTo>
                  <a:lnTo>
                    <a:pt x="4307586" y="3137014"/>
                  </a:lnTo>
                  <a:lnTo>
                    <a:pt x="4342993" y="3099574"/>
                  </a:lnTo>
                  <a:lnTo>
                    <a:pt x="4376217" y="3060306"/>
                  </a:lnTo>
                  <a:lnTo>
                    <a:pt x="4407255" y="3019196"/>
                  </a:lnTo>
                  <a:lnTo>
                    <a:pt x="4436097" y="2976245"/>
                  </a:lnTo>
                  <a:lnTo>
                    <a:pt x="4462742" y="2931464"/>
                  </a:lnTo>
                  <a:lnTo>
                    <a:pt x="4487202" y="2884830"/>
                  </a:lnTo>
                  <a:lnTo>
                    <a:pt x="4509465" y="2836367"/>
                  </a:lnTo>
                  <a:lnTo>
                    <a:pt x="4529112" y="2786545"/>
                  </a:lnTo>
                  <a:lnTo>
                    <a:pt x="4545736" y="2735846"/>
                  </a:lnTo>
                  <a:lnTo>
                    <a:pt x="4559338" y="2684246"/>
                  </a:lnTo>
                  <a:lnTo>
                    <a:pt x="4569917" y="2631757"/>
                  </a:lnTo>
                  <a:lnTo>
                    <a:pt x="4577473" y="2578379"/>
                  </a:lnTo>
                  <a:lnTo>
                    <a:pt x="4582007" y="2524112"/>
                  </a:lnTo>
                  <a:lnTo>
                    <a:pt x="4583519" y="2468943"/>
                  </a:lnTo>
                  <a:close/>
                </a:path>
                <a:path extrusionOk="0" h="3416300" w="7240905">
                  <a:moveTo>
                    <a:pt x="7240371" y="0"/>
                  </a:moveTo>
                  <a:lnTo>
                    <a:pt x="6814312" y="0"/>
                  </a:lnTo>
                  <a:lnTo>
                    <a:pt x="4609681" y="3407143"/>
                  </a:lnTo>
                  <a:lnTo>
                    <a:pt x="5928398" y="3407143"/>
                  </a:lnTo>
                  <a:lnTo>
                    <a:pt x="6262433" y="2901721"/>
                  </a:lnTo>
                  <a:lnTo>
                    <a:pt x="7240371" y="2901721"/>
                  </a:lnTo>
                  <a:lnTo>
                    <a:pt x="7240371" y="1989670"/>
                  </a:lnTo>
                  <a:lnTo>
                    <a:pt x="6863664" y="1989670"/>
                  </a:lnTo>
                  <a:lnTo>
                    <a:pt x="7240371" y="1420634"/>
                  </a:lnTo>
                  <a:lnTo>
                    <a:pt x="724037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6" name="Google Shape;76;p2"/>
            <p:cNvSpPr/>
            <p:nvPr/>
          </p:nvSpPr>
          <p:spPr>
            <a:xfrm>
              <a:off x="0" y="7909249"/>
              <a:ext cx="4439285" cy="3399790"/>
            </a:xfrm>
            <a:custGeom>
              <a:rect b="b" l="l" r="r" t="t"/>
              <a:pathLst>
                <a:path extrusionOk="0" h="3399790" w="4439285">
                  <a:moveTo>
                    <a:pt x="4439183" y="2158149"/>
                  </a:moveTo>
                  <a:lnTo>
                    <a:pt x="3280245" y="2158149"/>
                  </a:lnTo>
                  <a:lnTo>
                    <a:pt x="3280245" y="3399307"/>
                  </a:lnTo>
                  <a:lnTo>
                    <a:pt x="4439183" y="3399307"/>
                  </a:lnTo>
                  <a:lnTo>
                    <a:pt x="4439183" y="2158149"/>
                  </a:lnTo>
                  <a:close/>
                </a:path>
                <a:path extrusionOk="0" h="3399790" w="4439285">
                  <a:moveTo>
                    <a:pt x="4439183" y="0"/>
                  </a:moveTo>
                  <a:lnTo>
                    <a:pt x="3280245" y="0"/>
                  </a:lnTo>
                  <a:lnTo>
                    <a:pt x="3280245" y="1245870"/>
                  </a:lnTo>
                  <a:lnTo>
                    <a:pt x="715454" y="1245870"/>
                  </a:lnTo>
                  <a:lnTo>
                    <a:pt x="715454" y="0"/>
                  </a:lnTo>
                  <a:lnTo>
                    <a:pt x="0" y="0"/>
                  </a:lnTo>
                  <a:lnTo>
                    <a:pt x="0" y="1245870"/>
                  </a:lnTo>
                  <a:lnTo>
                    <a:pt x="0" y="2157730"/>
                  </a:lnTo>
                  <a:lnTo>
                    <a:pt x="0" y="3399777"/>
                  </a:lnTo>
                  <a:lnTo>
                    <a:pt x="715454" y="3399777"/>
                  </a:lnTo>
                  <a:lnTo>
                    <a:pt x="715454" y="2157730"/>
                  </a:lnTo>
                  <a:lnTo>
                    <a:pt x="4439183" y="2157730"/>
                  </a:lnTo>
                  <a:lnTo>
                    <a:pt x="4439183" y="1246073"/>
                  </a:lnTo>
                  <a:lnTo>
                    <a:pt x="4439183" y="1245870"/>
                  </a:lnTo>
                  <a:lnTo>
                    <a:pt x="443918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7" name="Google Shape;77;p2"/>
            <p:cNvSpPr/>
            <p:nvPr/>
          </p:nvSpPr>
          <p:spPr>
            <a:xfrm>
              <a:off x="4772507" y="7865674"/>
              <a:ext cx="10358755" cy="3442970"/>
            </a:xfrm>
            <a:custGeom>
              <a:rect b="b" l="l" r="r" t="t"/>
              <a:pathLst>
                <a:path extrusionOk="0" h="3442970" w="10358755">
                  <a:moveTo>
                    <a:pt x="5874651" y="3442881"/>
                  </a:moveTo>
                  <a:lnTo>
                    <a:pt x="5553888" y="2948228"/>
                  </a:lnTo>
                  <a:lnTo>
                    <a:pt x="4962436" y="2036152"/>
                  </a:lnTo>
                  <a:lnTo>
                    <a:pt x="4288129" y="996289"/>
                  </a:lnTo>
                  <a:lnTo>
                    <a:pt x="3672205" y="46469"/>
                  </a:lnTo>
                  <a:lnTo>
                    <a:pt x="3622852" y="46469"/>
                  </a:lnTo>
                  <a:lnTo>
                    <a:pt x="3622852" y="2036152"/>
                  </a:lnTo>
                  <a:lnTo>
                    <a:pt x="2248928" y="2036152"/>
                  </a:lnTo>
                  <a:lnTo>
                    <a:pt x="2937332" y="996289"/>
                  </a:lnTo>
                  <a:lnTo>
                    <a:pt x="3622852" y="2036152"/>
                  </a:lnTo>
                  <a:lnTo>
                    <a:pt x="3622852" y="46469"/>
                  </a:lnTo>
                  <a:lnTo>
                    <a:pt x="2199563" y="46469"/>
                  </a:lnTo>
                  <a:lnTo>
                    <a:pt x="0" y="3442881"/>
                  </a:lnTo>
                  <a:lnTo>
                    <a:pt x="1318856" y="3442881"/>
                  </a:lnTo>
                  <a:lnTo>
                    <a:pt x="1647685" y="2948228"/>
                  </a:lnTo>
                  <a:lnTo>
                    <a:pt x="4227004" y="2948228"/>
                  </a:lnTo>
                  <a:lnTo>
                    <a:pt x="4555833" y="3442881"/>
                  </a:lnTo>
                  <a:lnTo>
                    <a:pt x="5874651" y="3442881"/>
                  </a:lnTo>
                  <a:close/>
                </a:path>
                <a:path extrusionOk="0" h="3442970" w="10358755">
                  <a:moveTo>
                    <a:pt x="10358704" y="249796"/>
                  </a:moveTo>
                  <a:lnTo>
                    <a:pt x="10307574" y="235280"/>
                  </a:lnTo>
                  <a:lnTo>
                    <a:pt x="10256622" y="221297"/>
                  </a:lnTo>
                  <a:lnTo>
                    <a:pt x="10205872" y="207835"/>
                  </a:lnTo>
                  <a:lnTo>
                    <a:pt x="10155326" y="194906"/>
                  </a:lnTo>
                  <a:lnTo>
                    <a:pt x="10104958" y="182499"/>
                  </a:lnTo>
                  <a:lnTo>
                    <a:pt x="10054793" y="170611"/>
                  </a:lnTo>
                  <a:lnTo>
                    <a:pt x="10004819" y="159258"/>
                  </a:lnTo>
                  <a:lnTo>
                    <a:pt x="9955035" y="148424"/>
                  </a:lnTo>
                  <a:lnTo>
                    <a:pt x="9905441" y="138125"/>
                  </a:lnTo>
                  <a:lnTo>
                    <a:pt x="9856038" y="128346"/>
                  </a:lnTo>
                  <a:lnTo>
                    <a:pt x="9806826" y="119087"/>
                  </a:lnTo>
                  <a:lnTo>
                    <a:pt x="9757702" y="110299"/>
                  </a:lnTo>
                  <a:lnTo>
                    <a:pt x="9708591" y="101904"/>
                  </a:lnTo>
                  <a:lnTo>
                    <a:pt x="9659480" y="93891"/>
                  </a:lnTo>
                  <a:lnTo>
                    <a:pt x="9610357" y="86258"/>
                  </a:lnTo>
                  <a:lnTo>
                    <a:pt x="9561246" y="79006"/>
                  </a:lnTo>
                  <a:lnTo>
                    <a:pt x="9512122" y="72136"/>
                  </a:lnTo>
                  <a:lnTo>
                    <a:pt x="9463011" y="65659"/>
                  </a:lnTo>
                  <a:lnTo>
                    <a:pt x="9413888" y="59563"/>
                  </a:lnTo>
                  <a:lnTo>
                    <a:pt x="9364777" y="53848"/>
                  </a:lnTo>
                  <a:lnTo>
                    <a:pt x="9315653" y="48514"/>
                  </a:lnTo>
                  <a:lnTo>
                    <a:pt x="9266542" y="43573"/>
                  </a:lnTo>
                  <a:lnTo>
                    <a:pt x="9217393" y="38963"/>
                  </a:lnTo>
                  <a:lnTo>
                    <a:pt x="9168181" y="34632"/>
                  </a:lnTo>
                  <a:lnTo>
                    <a:pt x="9118892" y="30607"/>
                  </a:lnTo>
                  <a:lnTo>
                    <a:pt x="9069527" y="26860"/>
                  </a:lnTo>
                  <a:lnTo>
                    <a:pt x="9020086" y="23406"/>
                  </a:lnTo>
                  <a:lnTo>
                    <a:pt x="8970569" y="20231"/>
                  </a:lnTo>
                  <a:lnTo>
                    <a:pt x="8920988" y="17348"/>
                  </a:lnTo>
                  <a:lnTo>
                    <a:pt x="8871331" y="14757"/>
                  </a:lnTo>
                  <a:lnTo>
                    <a:pt x="8821598" y="12458"/>
                  </a:lnTo>
                  <a:lnTo>
                    <a:pt x="8771788" y="10439"/>
                  </a:lnTo>
                  <a:lnTo>
                    <a:pt x="8721915" y="8712"/>
                  </a:lnTo>
                  <a:lnTo>
                    <a:pt x="8671903" y="7200"/>
                  </a:lnTo>
                  <a:lnTo>
                    <a:pt x="8571230" y="4610"/>
                  </a:lnTo>
                  <a:lnTo>
                    <a:pt x="8469693" y="2590"/>
                  </a:lnTo>
                  <a:lnTo>
                    <a:pt x="8367281" y="1155"/>
                  </a:lnTo>
                  <a:lnTo>
                    <a:pt x="8264017" y="292"/>
                  </a:lnTo>
                  <a:lnTo>
                    <a:pt x="8159877" y="0"/>
                  </a:lnTo>
                  <a:lnTo>
                    <a:pt x="8110487" y="165"/>
                  </a:lnTo>
                  <a:lnTo>
                    <a:pt x="8061045" y="647"/>
                  </a:lnTo>
                  <a:lnTo>
                    <a:pt x="8011554" y="1460"/>
                  </a:lnTo>
                  <a:lnTo>
                    <a:pt x="7962036" y="2590"/>
                  </a:lnTo>
                  <a:lnTo>
                    <a:pt x="7912468" y="4038"/>
                  </a:lnTo>
                  <a:lnTo>
                    <a:pt x="7862862" y="5816"/>
                  </a:lnTo>
                  <a:lnTo>
                    <a:pt x="7813230" y="7912"/>
                  </a:lnTo>
                  <a:lnTo>
                    <a:pt x="7763548" y="10325"/>
                  </a:lnTo>
                  <a:lnTo>
                    <a:pt x="7713827" y="13068"/>
                  </a:lnTo>
                  <a:lnTo>
                    <a:pt x="7664069" y="16141"/>
                  </a:lnTo>
                  <a:lnTo>
                    <a:pt x="7614272" y="19532"/>
                  </a:lnTo>
                  <a:lnTo>
                    <a:pt x="7564437" y="23241"/>
                  </a:lnTo>
                  <a:lnTo>
                    <a:pt x="7510259" y="27838"/>
                  </a:lnTo>
                  <a:lnTo>
                    <a:pt x="7456551" y="33185"/>
                  </a:lnTo>
                  <a:lnTo>
                    <a:pt x="7403287" y="39281"/>
                  </a:lnTo>
                  <a:lnTo>
                    <a:pt x="7350480" y="46113"/>
                  </a:lnTo>
                  <a:lnTo>
                    <a:pt x="7298144" y="53682"/>
                  </a:lnTo>
                  <a:lnTo>
                    <a:pt x="7246252" y="62001"/>
                  </a:lnTo>
                  <a:lnTo>
                    <a:pt x="7194817" y="71056"/>
                  </a:lnTo>
                  <a:lnTo>
                    <a:pt x="7143851" y="80860"/>
                  </a:lnTo>
                  <a:lnTo>
                    <a:pt x="7093331" y="91414"/>
                  </a:lnTo>
                  <a:lnTo>
                    <a:pt x="7043267" y="102704"/>
                  </a:lnTo>
                  <a:lnTo>
                    <a:pt x="6993649" y="114744"/>
                  </a:lnTo>
                  <a:lnTo>
                    <a:pt x="6944563" y="127584"/>
                  </a:lnTo>
                  <a:lnTo>
                    <a:pt x="6896036" y="141287"/>
                  </a:lnTo>
                  <a:lnTo>
                    <a:pt x="6848107" y="155867"/>
                  </a:lnTo>
                  <a:lnTo>
                    <a:pt x="6800736" y="171297"/>
                  </a:lnTo>
                  <a:lnTo>
                    <a:pt x="6753961" y="187604"/>
                  </a:lnTo>
                  <a:lnTo>
                    <a:pt x="6707746" y="204774"/>
                  </a:lnTo>
                  <a:lnTo>
                    <a:pt x="6662115" y="222796"/>
                  </a:lnTo>
                  <a:lnTo>
                    <a:pt x="6617055" y="241693"/>
                  </a:lnTo>
                  <a:lnTo>
                    <a:pt x="6572580" y="261442"/>
                  </a:lnTo>
                  <a:lnTo>
                    <a:pt x="6528676" y="282067"/>
                  </a:lnTo>
                  <a:lnTo>
                    <a:pt x="6485344" y="303542"/>
                  </a:lnTo>
                  <a:lnTo>
                    <a:pt x="6438633" y="328396"/>
                  </a:lnTo>
                  <a:lnTo>
                    <a:pt x="6393205" y="354723"/>
                  </a:lnTo>
                  <a:lnTo>
                    <a:pt x="6349047" y="382536"/>
                  </a:lnTo>
                  <a:lnTo>
                    <a:pt x="6306172" y="411835"/>
                  </a:lnTo>
                  <a:lnTo>
                    <a:pt x="6264580" y="442607"/>
                  </a:lnTo>
                  <a:lnTo>
                    <a:pt x="6224270" y="474865"/>
                  </a:lnTo>
                  <a:lnTo>
                    <a:pt x="6185230" y="508596"/>
                  </a:lnTo>
                  <a:lnTo>
                    <a:pt x="6147473" y="543814"/>
                  </a:lnTo>
                  <a:lnTo>
                    <a:pt x="6110998" y="580517"/>
                  </a:lnTo>
                  <a:lnTo>
                    <a:pt x="6075794" y="618680"/>
                  </a:lnTo>
                  <a:lnTo>
                    <a:pt x="6044984" y="654761"/>
                  </a:lnTo>
                  <a:lnTo>
                    <a:pt x="6015393" y="692200"/>
                  </a:lnTo>
                  <a:lnTo>
                    <a:pt x="5987034" y="730999"/>
                  </a:lnTo>
                  <a:lnTo>
                    <a:pt x="5959894" y="771182"/>
                  </a:lnTo>
                  <a:lnTo>
                    <a:pt x="5933986" y="812723"/>
                  </a:lnTo>
                  <a:lnTo>
                    <a:pt x="5909284" y="855637"/>
                  </a:lnTo>
                  <a:lnTo>
                    <a:pt x="5885827" y="899922"/>
                  </a:lnTo>
                  <a:lnTo>
                    <a:pt x="5863590" y="945565"/>
                  </a:lnTo>
                  <a:lnTo>
                    <a:pt x="5842571" y="992568"/>
                  </a:lnTo>
                  <a:lnTo>
                    <a:pt x="5822785" y="1040955"/>
                  </a:lnTo>
                  <a:lnTo>
                    <a:pt x="5804230" y="1090688"/>
                  </a:lnTo>
                  <a:lnTo>
                    <a:pt x="5789612" y="1133983"/>
                  </a:lnTo>
                  <a:lnTo>
                    <a:pt x="5776163" y="1178496"/>
                  </a:lnTo>
                  <a:lnTo>
                    <a:pt x="5763895" y="1224216"/>
                  </a:lnTo>
                  <a:lnTo>
                    <a:pt x="5752782" y="1271168"/>
                  </a:lnTo>
                  <a:lnTo>
                    <a:pt x="5742851" y="1319339"/>
                  </a:lnTo>
                  <a:lnTo>
                    <a:pt x="5734088" y="1368729"/>
                  </a:lnTo>
                  <a:lnTo>
                    <a:pt x="5726493" y="1419339"/>
                  </a:lnTo>
                  <a:lnTo>
                    <a:pt x="5720054" y="1471155"/>
                  </a:lnTo>
                  <a:lnTo>
                    <a:pt x="5714797" y="1524215"/>
                  </a:lnTo>
                  <a:lnTo>
                    <a:pt x="5710707" y="1578483"/>
                  </a:lnTo>
                  <a:lnTo>
                    <a:pt x="5707786" y="1633969"/>
                  </a:lnTo>
                  <a:lnTo>
                    <a:pt x="5706034" y="1690674"/>
                  </a:lnTo>
                  <a:lnTo>
                    <a:pt x="5705449" y="1748612"/>
                  </a:lnTo>
                  <a:lnTo>
                    <a:pt x="5706034" y="1808988"/>
                  </a:lnTo>
                  <a:lnTo>
                    <a:pt x="5707748" y="1865287"/>
                  </a:lnTo>
                  <a:lnTo>
                    <a:pt x="5710631" y="1920367"/>
                  </a:lnTo>
                  <a:lnTo>
                    <a:pt x="5714657" y="1974253"/>
                  </a:lnTo>
                  <a:lnTo>
                    <a:pt x="5719838" y="2026932"/>
                  </a:lnTo>
                  <a:lnTo>
                    <a:pt x="5726163" y="2078418"/>
                  </a:lnTo>
                  <a:lnTo>
                    <a:pt x="5733643" y="2128685"/>
                  </a:lnTo>
                  <a:lnTo>
                    <a:pt x="5742279" y="2177758"/>
                  </a:lnTo>
                  <a:lnTo>
                    <a:pt x="5752071" y="2225624"/>
                  </a:lnTo>
                  <a:lnTo>
                    <a:pt x="5763006" y="2272284"/>
                  </a:lnTo>
                  <a:lnTo>
                    <a:pt x="5775109" y="2317737"/>
                  </a:lnTo>
                  <a:lnTo>
                    <a:pt x="5788355" y="2361996"/>
                  </a:lnTo>
                  <a:lnTo>
                    <a:pt x="5802744" y="2405049"/>
                  </a:lnTo>
                  <a:lnTo>
                    <a:pt x="5821070" y="2454554"/>
                  </a:lnTo>
                  <a:lnTo>
                    <a:pt x="5840628" y="2502712"/>
                  </a:lnTo>
                  <a:lnTo>
                    <a:pt x="5861443" y="2549525"/>
                  </a:lnTo>
                  <a:lnTo>
                    <a:pt x="5883503" y="2594991"/>
                  </a:lnTo>
                  <a:lnTo>
                    <a:pt x="5906821" y="2639110"/>
                  </a:lnTo>
                  <a:lnTo>
                    <a:pt x="5931370" y="2681897"/>
                  </a:lnTo>
                  <a:lnTo>
                    <a:pt x="5957176" y="2723324"/>
                  </a:lnTo>
                  <a:lnTo>
                    <a:pt x="5984240" y="2763418"/>
                  </a:lnTo>
                  <a:lnTo>
                    <a:pt x="6012548" y="2802166"/>
                  </a:lnTo>
                  <a:lnTo>
                    <a:pt x="6042101" y="2839555"/>
                  </a:lnTo>
                  <a:lnTo>
                    <a:pt x="6072911" y="2875610"/>
                  </a:lnTo>
                  <a:lnTo>
                    <a:pt x="6108065" y="2913799"/>
                  </a:lnTo>
                  <a:lnTo>
                    <a:pt x="6144450" y="2950502"/>
                  </a:lnTo>
                  <a:lnTo>
                    <a:pt x="6182068" y="2985719"/>
                  </a:lnTo>
                  <a:lnTo>
                    <a:pt x="6220892" y="3019450"/>
                  </a:lnTo>
                  <a:lnTo>
                    <a:pt x="6260947" y="3051708"/>
                  </a:lnTo>
                  <a:lnTo>
                    <a:pt x="6302235" y="3082480"/>
                  </a:lnTo>
                  <a:lnTo>
                    <a:pt x="6344729" y="3111779"/>
                  </a:lnTo>
                  <a:lnTo>
                    <a:pt x="6388455" y="3139592"/>
                  </a:lnTo>
                  <a:lnTo>
                    <a:pt x="6433401" y="3165906"/>
                  </a:lnTo>
                  <a:lnTo>
                    <a:pt x="6479553" y="3190748"/>
                  </a:lnTo>
                  <a:lnTo>
                    <a:pt x="6522364" y="3212249"/>
                  </a:lnTo>
                  <a:lnTo>
                    <a:pt x="6565760" y="3232874"/>
                  </a:lnTo>
                  <a:lnTo>
                    <a:pt x="6609778" y="3252635"/>
                  </a:lnTo>
                  <a:lnTo>
                    <a:pt x="6654381" y="3271520"/>
                  </a:lnTo>
                  <a:lnTo>
                    <a:pt x="6699605" y="3289554"/>
                  </a:lnTo>
                  <a:lnTo>
                    <a:pt x="6745414" y="3306724"/>
                  </a:lnTo>
                  <a:lnTo>
                    <a:pt x="6791833" y="3323018"/>
                  </a:lnTo>
                  <a:lnTo>
                    <a:pt x="6838848" y="3338449"/>
                  </a:lnTo>
                  <a:lnTo>
                    <a:pt x="6886461" y="3353016"/>
                  </a:lnTo>
                  <a:lnTo>
                    <a:pt x="6934682" y="3366719"/>
                  </a:lnTo>
                  <a:lnTo>
                    <a:pt x="6983501" y="3379559"/>
                  </a:lnTo>
                  <a:lnTo>
                    <a:pt x="7032828" y="3391611"/>
                  </a:lnTo>
                  <a:lnTo>
                    <a:pt x="7082599" y="3402939"/>
                  </a:lnTo>
                  <a:lnTo>
                    <a:pt x="7132790" y="3413556"/>
                  </a:lnTo>
                  <a:lnTo>
                    <a:pt x="7183425" y="3423437"/>
                  </a:lnTo>
                  <a:lnTo>
                    <a:pt x="7234479" y="3432606"/>
                  </a:lnTo>
                  <a:lnTo>
                    <a:pt x="7285977" y="3441052"/>
                  </a:lnTo>
                  <a:lnTo>
                    <a:pt x="7298283" y="3442881"/>
                  </a:lnTo>
                  <a:lnTo>
                    <a:pt x="9392399" y="3442881"/>
                  </a:lnTo>
                  <a:lnTo>
                    <a:pt x="9463862" y="3434169"/>
                  </a:lnTo>
                  <a:lnTo>
                    <a:pt x="9514446" y="3427438"/>
                  </a:lnTo>
                  <a:lnTo>
                    <a:pt x="9564916" y="3420275"/>
                  </a:lnTo>
                  <a:lnTo>
                    <a:pt x="9615284" y="3412693"/>
                  </a:lnTo>
                  <a:lnTo>
                    <a:pt x="9665551" y="3404666"/>
                  </a:lnTo>
                  <a:lnTo>
                    <a:pt x="9715729" y="3396221"/>
                  </a:lnTo>
                  <a:lnTo>
                    <a:pt x="9765792" y="3387344"/>
                  </a:lnTo>
                  <a:lnTo>
                    <a:pt x="9815766" y="3378047"/>
                  </a:lnTo>
                  <a:lnTo>
                    <a:pt x="9865627" y="3368306"/>
                  </a:lnTo>
                  <a:lnTo>
                    <a:pt x="9915398" y="3358146"/>
                  </a:lnTo>
                  <a:lnTo>
                    <a:pt x="9965055" y="3347555"/>
                  </a:lnTo>
                  <a:lnTo>
                    <a:pt x="10014623" y="3336544"/>
                  </a:lnTo>
                  <a:lnTo>
                    <a:pt x="10064077" y="3325088"/>
                  </a:lnTo>
                  <a:lnTo>
                    <a:pt x="10113442" y="3313214"/>
                  </a:lnTo>
                  <a:lnTo>
                    <a:pt x="10162692" y="3300907"/>
                  </a:lnTo>
                  <a:lnTo>
                    <a:pt x="10211854" y="3288182"/>
                  </a:lnTo>
                  <a:lnTo>
                    <a:pt x="10260901" y="3275012"/>
                  </a:lnTo>
                  <a:lnTo>
                    <a:pt x="10309860" y="3261423"/>
                  </a:lnTo>
                  <a:lnTo>
                    <a:pt x="10358704" y="3247402"/>
                  </a:lnTo>
                  <a:lnTo>
                    <a:pt x="10358704" y="2341130"/>
                  </a:lnTo>
                  <a:lnTo>
                    <a:pt x="10310063" y="2355812"/>
                  </a:lnTo>
                  <a:lnTo>
                    <a:pt x="10260406" y="2369947"/>
                  </a:lnTo>
                  <a:lnTo>
                    <a:pt x="10209759" y="2383561"/>
                  </a:lnTo>
                  <a:lnTo>
                    <a:pt x="10158095" y="2396629"/>
                  </a:lnTo>
                  <a:lnTo>
                    <a:pt x="10105428" y="2409164"/>
                  </a:lnTo>
                  <a:lnTo>
                    <a:pt x="10051745" y="2421178"/>
                  </a:lnTo>
                  <a:lnTo>
                    <a:pt x="9997072" y="2432647"/>
                  </a:lnTo>
                  <a:lnTo>
                    <a:pt x="9948723" y="2442222"/>
                  </a:lnTo>
                  <a:lnTo>
                    <a:pt x="9900298" y="2451341"/>
                  </a:lnTo>
                  <a:lnTo>
                    <a:pt x="9851771" y="2460015"/>
                  </a:lnTo>
                  <a:lnTo>
                    <a:pt x="9803168" y="2468232"/>
                  </a:lnTo>
                  <a:lnTo>
                    <a:pt x="9754476" y="2475992"/>
                  </a:lnTo>
                  <a:lnTo>
                    <a:pt x="9705683" y="2483307"/>
                  </a:lnTo>
                  <a:lnTo>
                    <a:pt x="9656801" y="2490152"/>
                  </a:lnTo>
                  <a:lnTo>
                    <a:pt x="9607842" y="2496553"/>
                  </a:lnTo>
                  <a:lnTo>
                    <a:pt x="9558960" y="2502560"/>
                  </a:lnTo>
                  <a:lnTo>
                    <a:pt x="9510357" y="2508262"/>
                  </a:lnTo>
                  <a:lnTo>
                    <a:pt x="9462021" y="2513634"/>
                  </a:lnTo>
                  <a:lnTo>
                    <a:pt x="9413964" y="2518702"/>
                  </a:lnTo>
                  <a:lnTo>
                    <a:pt x="9366174" y="2523439"/>
                  </a:lnTo>
                  <a:lnTo>
                    <a:pt x="9318663" y="2527858"/>
                  </a:lnTo>
                  <a:lnTo>
                    <a:pt x="9271419" y="2531973"/>
                  </a:lnTo>
                  <a:lnTo>
                    <a:pt x="9224442" y="2535758"/>
                  </a:lnTo>
                  <a:lnTo>
                    <a:pt x="9171445" y="2539796"/>
                  </a:lnTo>
                  <a:lnTo>
                    <a:pt x="9068651" y="2547137"/>
                  </a:lnTo>
                  <a:lnTo>
                    <a:pt x="8970137" y="2553538"/>
                  </a:lnTo>
                  <a:lnTo>
                    <a:pt x="8875890" y="2558999"/>
                  </a:lnTo>
                  <a:lnTo>
                    <a:pt x="8823160" y="2561691"/>
                  </a:lnTo>
                  <a:lnTo>
                    <a:pt x="8772449" y="2564003"/>
                  </a:lnTo>
                  <a:lnTo>
                    <a:pt x="8723744" y="2565895"/>
                  </a:lnTo>
                  <a:lnTo>
                    <a:pt x="8677059" y="2567394"/>
                  </a:lnTo>
                  <a:lnTo>
                    <a:pt x="8632406" y="2568486"/>
                  </a:lnTo>
                  <a:lnTo>
                    <a:pt x="8589759" y="2569172"/>
                  </a:lnTo>
                  <a:lnTo>
                    <a:pt x="8479384" y="2570264"/>
                  </a:lnTo>
                  <a:lnTo>
                    <a:pt x="8398078" y="2570619"/>
                  </a:lnTo>
                  <a:lnTo>
                    <a:pt x="8348993" y="2570416"/>
                  </a:lnTo>
                  <a:lnTo>
                    <a:pt x="8298637" y="2569807"/>
                  </a:lnTo>
                  <a:lnTo>
                    <a:pt x="8246999" y="2568803"/>
                  </a:lnTo>
                  <a:lnTo>
                    <a:pt x="8194078" y="2567394"/>
                  </a:lnTo>
                  <a:lnTo>
                    <a:pt x="8139862" y="2565577"/>
                  </a:lnTo>
                  <a:lnTo>
                    <a:pt x="8084375" y="2563355"/>
                  </a:lnTo>
                  <a:lnTo>
                    <a:pt x="8036230" y="2560904"/>
                  </a:lnTo>
                  <a:lnTo>
                    <a:pt x="7988097" y="2557678"/>
                  </a:lnTo>
                  <a:lnTo>
                    <a:pt x="7939951" y="2553678"/>
                  </a:lnTo>
                  <a:lnTo>
                    <a:pt x="7891818" y="2548902"/>
                  </a:lnTo>
                  <a:lnTo>
                    <a:pt x="7843672" y="2543352"/>
                  </a:lnTo>
                  <a:lnTo>
                    <a:pt x="7795539" y="2537041"/>
                  </a:lnTo>
                  <a:lnTo>
                    <a:pt x="7747406" y="2529941"/>
                  </a:lnTo>
                  <a:lnTo>
                    <a:pt x="7699515" y="2521940"/>
                  </a:lnTo>
                  <a:lnTo>
                    <a:pt x="7652093" y="2512872"/>
                  </a:lnTo>
                  <a:lnTo>
                    <a:pt x="7605141" y="2502738"/>
                  </a:lnTo>
                  <a:lnTo>
                    <a:pt x="7558672" y="2491536"/>
                  </a:lnTo>
                  <a:lnTo>
                    <a:pt x="7512672" y="2479256"/>
                  </a:lnTo>
                  <a:lnTo>
                    <a:pt x="7467143" y="2465921"/>
                  </a:lnTo>
                  <a:lnTo>
                    <a:pt x="7422096" y="2451506"/>
                  </a:lnTo>
                  <a:lnTo>
                    <a:pt x="7370788" y="2433002"/>
                  </a:lnTo>
                  <a:lnTo>
                    <a:pt x="7321410" y="2412314"/>
                  </a:lnTo>
                  <a:lnTo>
                    <a:pt x="7273963" y="2389441"/>
                  </a:lnTo>
                  <a:lnTo>
                    <a:pt x="7228459" y="2364384"/>
                  </a:lnTo>
                  <a:lnTo>
                    <a:pt x="7184885" y="2337155"/>
                  </a:lnTo>
                  <a:lnTo>
                    <a:pt x="7143255" y="2307755"/>
                  </a:lnTo>
                  <a:lnTo>
                    <a:pt x="7103923" y="2276005"/>
                  </a:lnTo>
                  <a:lnTo>
                    <a:pt x="7067258" y="2241753"/>
                  </a:lnTo>
                  <a:lnTo>
                    <a:pt x="7033247" y="2204999"/>
                  </a:lnTo>
                  <a:lnTo>
                    <a:pt x="7001904" y="2165743"/>
                  </a:lnTo>
                  <a:lnTo>
                    <a:pt x="6973214" y="2123986"/>
                  </a:lnTo>
                  <a:lnTo>
                    <a:pt x="6947192" y="2079713"/>
                  </a:lnTo>
                  <a:lnTo>
                    <a:pt x="6927418" y="2039531"/>
                  </a:lnTo>
                  <a:lnTo>
                    <a:pt x="6910438" y="1996986"/>
                  </a:lnTo>
                  <a:lnTo>
                    <a:pt x="6896240" y="1952053"/>
                  </a:lnTo>
                  <a:lnTo>
                    <a:pt x="6884822" y="1904746"/>
                  </a:lnTo>
                  <a:lnTo>
                    <a:pt x="6876199" y="1855076"/>
                  </a:lnTo>
                  <a:lnTo>
                    <a:pt x="6870357" y="1803031"/>
                  </a:lnTo>
                  <a:lnTo>
                    <a:pt x="6867309" y="1748612"/>
                  </a:lnTo>
                  <a:lnTo>
                    <a:pt x="6869925" y="1691767"/>
                  </a:lnTo>
                  <a:lnTo>
                    <a:pt x="6875843" y="1637423"/>
                  </a:lnTo>
                  <a:lnTo>
                    <a:pt x="6885076" y="1585582"/>
                  </a:lnTo>
                  <a:lnTo>
                    <a:pt x="6897624" y="1536242"/>
                  </a:lnTo>
                  <a:lnTo>
                    <a:pt x="6913499" y="1489405"/>
                  </a:lnTo>
                  <a:lnTo>
                    <a:pt x="6932676" y="1445069"/>
                  </a:lnTo>
                  <a:lnTo>
                    <a:pt x="6954685" y="1403083"/>
                  </a:lnTo>
                  <a:lnTo>
                    <a:pt x="6979132" y="1363268"/>
                  </a:lnTo>
                  <a:lnTo>
                    <a:pt x="7005993" y="1325626"/>
                  </a:lnTo>
                  <a:lnTo>
                    <a:pt x="7035279" y="1290167"/>
                  </a:lnTo>
                  <a:lnTo>
                    <a:pt x="7066991" y="1256880"/>
                  </a:lnTo>
                  <a:lnTo>
                    <a:pt x="7101141" y="1225778"/>
                  </a:lnTo>
                  <a:lnTo>
                    <a:pt x="7137438" y="1196657"/>
                  </a:lnTo>
                  <a:lnTo>
                    <a:pt x="7175678" y="1169301"/>
                  </a:lnTo>
                  <a:lnTo>
                    <a:pt x="7215848" y="1143723"/>
                  </a:lnTo>
                  <a:lnTo>
                    <a:pt x="7257961" y="1119924"/>
                  </a:lnTo>
                  <a:lnTo>
                    <a:pt x="7302030" y="1097889"/>
                  </a:lnTo>
                  <a:lnTo>
                    <a:pt x="7348029" y="1077607"/>
                  </a:lnTo>
                  <a:lnTo>
                    <a:pt x="7395553" y="1058938"/>
                  </a:lnTo>
                  <a:lnTo>
                    <a:pt x="7444206" y="1041641"/>
                  </a:lnTo>
                  <a:lnTo>
                    <a:pt x="7493990" y="1025702"/>
                  </a:lnTo>
                  <a:lnTo>
                    <a:pt x="7544905" y="1011148"/>
                  </a:lnTo>
                  <a:lnTo>
                    <a:pt x="7596949" y="997953"/>
                  </a:lnTo>
                  <a:lnTo>
                    <a:pt x="7650124" y="986142"/>
                  </a:lnTo>
                  <a:lnTo>
                    <a:pt x="7696454" y="977023"/>
                  </a:lnTo>
                  <a:lnTo>
                    <a:pt x="7743317" y="968717"/>
                  </a:lnTo>
                  <a:lnTo>
                    <a:pt x="7790701" y="961250"/>
                  </a:lnTo>
                  <a:lnTo>
                    <a:pt x="7838630" y="954608"/>
                  </a:lnTo>
                  <a:lnTo>
                    <a:pt x="7887081" y="948791"/>
                  </a:lnTo>
                  <a:lnTo>
                    <a:pt x="7936077" y="943800"/>
                  </a:lnTo>
                  <a:lnTo>
                    <a:pt x="7985607" y="939647"/>
                  </a:lnTo>
                  <a:lnTo>
                    <a:pt x="8035341" y="936180"/>
                  </a:lnTo>
                  <a:lnTo>
                    <a:pt x="8084947" y="933246"/>
                  </a:lnTo>
                  <a:lnTo>
                    <a:pt x="8134439" y="930846"/>
                  </a:lnTo>
                  <a:lnTo>
                    <a:pt x="8183816" y="928979"/>
                  </a:lnTo>
                  <a:lnTo>
                    <a:pt x="8233080" y="927646"/>
                  </a:lnTo>
                  <a:lnTo>
                    <a:pt x="8282229" y="926833"/>
                  </a:lnTo>
                  <a:lnTo>
                    <a:pt x="8331263" y="926566"/>
                  </a:lnTo>
                  <a:lnTo>
                    <a:pt x="8382317" y="926693"/>
                  </a:lnTo>
                  <a:lnTo>
                    <a:pt x="8433397" y="927049"/>
                  </a:lnTo>
                  <a:lnTo>
                    <a:pt x="8484502" y="927646"/>
                  </a:lnTo>
                  <a:lnTo>
                    <a:pt x="8535645" y="928471"/>
                  </a:lnTo>
                  <a:lnTo>
                    <a:pt x="8586813" y="929538"/>
                  </a:lnTo>
                  <a:lnTo>
                    <a:pt x="8638019" y="930846"/>
                  </a:lnTo>
                  <a:lnTo>
                    <a:pt x="8689251" y="932395"/>
                  </a:lnTo>
                  <a:lnTo>
                    <a:pt x="8740508" y="934173"/>
                  </a:lnTo>
                  <a:lnTo>
                    <a:pt x="8791791" y="936193"/>
                  </a:lnTo>
                  <a:lnTo>
                    <a:pt x="8843112" y="938441"/>
                  </a:lnTo>
                  <a:lnTo>
                    <a:pt x="8894470" y="940930"/>
                  </a:lnTo>
                  <a:lnTo>
                    <a:pt x="8945842" y="943660"/>
                  </a:lnTo>
                  <a:lnTo>
                    <a:pt x="8997251" y="946632"/>
                  </a:lnTo>
                  <a:lnTo>
                    <a:pt x="9100414" y="952969"/>
                  </a:lnTo>
                  <a:lnTo>
                    <a:pt x="9152941" y="956589"/>
                  </a:lnTo>
                  <a:lnTo>
                    <a:pt x="9206268" y="960704"/>
                  </a:lnTo>
                  <a:lnTo>
                    <a:pt x="9260408" y="965314"/>
                  </a:lnTo>
                  <a:lnTo>
                    <a:pt x="9315361" y="970394"/>
                  </a:lnTo>
                  <a:lnTo>
                    <a:pt x="9371127" y="975956"/>
                  </a:lnTo>
                  <a:lnTo>
                    <a:pt x="9419272" y="981087"/>
                  </a:lnTo>
                  <a:lnTo>
                    <a:pt x="9467494" y="986523"/>
                  </a:lnTo>
                  <a:lnTo>
                    <a:pt x="9515780" y="992251"/>
                  </a:lnTo>
                  <a:lnTo>
                    <a:pt x="9564116" y="998270"/>
                  </a:lnTo>
                  <a:lnTo>
                    <a:pt x="9612528" y="1004582"/>
                  </a:lnTo>
                  <a:lnTo>
                    <a:pt x="9660979" y="1011186"/>
                  </a:lnTo>
                  <a:lnTo>
                    <a:pt x="9709493" y="1018070"/>
                  </a:lnTo>
                  <a:lnTo>
                    <a:pt x="9757969" y="1025347"/>
                  </a:lnTo>
                  <a:lnTo>
                    <a:pt x="9806254" y="1033030"/>
                  </a:lnTo>
                  <a:lnTo>
                    <a:pt x="9854349" y="1041120"/>
                  </a:lnTo>
                  <a:lnTo>
                    <a:pt x="9902279" y="1049616"/>
                  </a:lnTo>
                  <a:lnTo>
                    <a:pt x="9950031" y="1058532"/>
                  </a:lnTo>
                  <a:lnTo>
                    <a:pt x="9997605" y="1067866"/>
                  </a:lnTo>
                  <a:lnTo>
                    <a:pt x="10045001" y="1077607"/>
                  </a:lnTo>
                  <a:lnTo>
                    <a:pt x="10099713" y="1089558"/>
                  </a:lnTo>
                  <a:lnTo>
                    <a:pt x="10153447" y="1102144"/>
                  </a:lnTo>
                  <a:lnTo>
                    <a:pt x="10206203" y="1115390"/>
                  </a:lnTo>
                  <a:lnTo>
                    <a:pt x="10258006" y="1129271"/>
                  </a:lnTo>
                  <a:lnTo>
                    <a:pt x="10308831" y="1143787"/>
                  </a:lnTo>
                  <a:lnTo>
                    <a:pt x="10358704" y="1158938"/>
                  </a:lnTo>
                  <a:lnTo>
                    <a:pt x="10358704" y="249796"/>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8" name="Google Shape;78;p2"/>
            <p:cNvSpPr/>
            <p:nvPr/>
          </p:nvSpPr>
          <p:spPr>
            <a:xfrm>
              <a:off x="15712089" y="7912141"/>
              <a:ext cx="4392295" cy="3396615"/>
            </a:xfrm>
            <a:custGeom>
              <a:rect b="b" l="l" r="r" t="t"/>
              <a:pathLst>
                <a:path extrusionOk="0" h="3396615" w="4392294">
                  <a:moveTo>
                    <a:pt x="1158969" y="0"/>
                  </a:moveTo>
                  <a:lnTo>
                    <a:pt x="0" y="0"/>
                  </a:lnTo>
                  <a:lnTo>
                    <a:pt x="0" y="3396414"/>
                  </a:lnTo>
                  <a:lnTo>
                    <a:pt x="1156046" y="3396414"/>
                  </a:lnTo>
                  <a:lnTo>
                    <a:pt x="2349876" y="2381812"/>
                  </a:lnTo>
                  <a:lnTo>
                    <a:pt x="3952949" y="2381812"/>
                  </a:lnTo>
                  <a:lnTo>
                    <a:pt x="3540324" y="2030357"/>
                  </a:lnTo>
                  <a:lnTo>
                    <a:pt x="1158969" y="2030357"/>
                  </a:lnTo>
                  <a:lnTo>
                    <a:pt x="1158969" y="0"/>
                  </a:lnTo>
                  <a:close/>
                </a:path>
                <a:path extrusionOk="0" h="3396615" w="4392294">
                  <a:moveTo>
                    <a:pt x="3952949" y="2381812"/>
                  </a:moveTo>
                  <a:lnTo>
                    <a:pt x="2349876" y="2381812"/>
                  </a:lnTo>
                  <a:lnTo>
                    <a:pt x="3543684" y="3396414"/>
                  </a:lnTo>
                  <a:lnTo>
                    <a:pt x="4392010" y="3396414"/>
                  </a:lnTo>
                  <a:lnTo>
                    <a:pt x="4392010" y="2755784"/>
                  </a:lnTo>
                  <a:lnTo>
                    <a:pt x="3952949" y="2381812"/>
                  </a:lnTo>
                  <a:close/>
                </a:path>
                <a:path extrusionOk="0" h="3396615" w="4392294">
                  <a:moveTo>
                    <a:pt x="4392010" y="0"/>
                  </a:moveTo>
                  <a:lnTo>
                    <a:pt x="3549494" y="0"/>
                  </a:lnTo>
                  <a:lnTo>
                    <a:pt x="1158969" y="2030357"/>
                  </a:lnTo>
                  <a:lnTo>
                    <a:pt x="3540324" y="2030357"/>
                  </a:lnTo>
                  <a:lnTo>
                    <a:pt x="3151548" y="1699215"/>
                  </a:lnTo>
                  <a:lnTo>
                    <a:pt x="4392010" y="644459"/>
                  </a:lnTo>
                  <a:lnTo>
                    <a:pt x="439201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9" name="Google Shape;79;p2"/>
          <p:cNvSpPr txBox="1"/>
          <p:nvPr>
            <p:ph type="title"/>
          </p:nvPr>
        </p:nvSpPr>
        <p:spPr>
          <a:xfrm>
            <a:off x="1208618" y="2504154"/>
            <a:ext cx="8506187" cy="1057212"/>
          </a:xfrm>
          <a:prstGeom prst="rect">
            <a:avLst/>
          </a:prstGeom>
          <a:noFill/>
          <a:ln>
            <a:noFill/>
          </a:ln>
        </p:spPr>
        <p:txBody>
          <a:bodyPr anchorCtr="0" anchor="t" bIns="0" lIns="0" spcFirstLastPara="1" rIns="0" wrap="square" tIns="12050">
            <a:spAutoFit/>
          </a:bodyPr>
          <a:lstStyle/>
          <a:p>
            <a:pPr indent="0" lvl="0" marL="12700" marR="5080" rtl="0" algn="l">
              <a:lnSpc>
                <a:spcPct val="150000"/>
              </a:lnSpc>
              <a:spcBef>
                <a:spcPts val="0"/>
              </a:spcBef>
              <a:spcAft>
                <a:spcPts val="0"/>
              </a:spcAft>
              <a:buNone/>
            </a:pPr>
            <a:r>
              <a:rPr b="0" lang="en" sz="2400">
                <a:latin typeface="Arial"/>
                <a:ea typeface="Arial"/>
                <a:cs typeface="Arial"/>
                <a:sym typeface="Arial"/>
              </a:rPr>
              <a:t>One central memory. One number that matters.</a:t>
            </a:r>
          </a:p>
        </p:txBody>
      </p:sp>
      <p:sp>
        <p:nvSpPr>
          <p:cNvPr id="80" name="Google Shape;80;p2"/>
          <p:cNvSpPr txBox="1"/>
          <p:nvPr>
            <p:ph idx="1" type="body"/>
          </p:nvPr>
        </p:nvSpPr>
        <p:spPr>
          <a:xfrm>
            <a:off x="10295318" y="2504154"/>
            <a:ext cx="8672830" cy="5807937"/>
          </a:xfrm>
          <a:prstGeom prst="rect">
            <a:avLst/>
          </a:prstGeom>
          <a:noFill/>
          <a:ln>
            <a:noFill/>
          </a:ln>
        </p:spPr>
        <p:txBody>
          <a:bodyPr anchorCtr="0" anchor="t" bIns="0" lIns="0" spcFirstLastPara="1" rIns="0" wrap="square" tIns="12700">
            <a:spAutoFit/>
          </a:bodyPr>
          <a:lstStyle/>
          <a:p>
            <a:pPr indent="0" lvl="0" marL="12700" marR="5080" rtl="0" algn="l">
              <a:lnSpc>
                <a:spcPct val="130000"/>
              </a:lnSpc>
              <a:spcBef>
                <a:spcPts val="0"/>
              </a:spcBef>
              <a:spcAft>
                <a:spcPts val="0"/>
              </a:spcAft>
              <a:buNone/>
            </a:pPr>
            <a:r>
              <a:rPr lang="en"/>
              <a:t>Every field report — gamma spectrum, camera frame, confidence, location, dose accumulated — lands in a single ledger. The coordinator's job is not deep learning. Its job is to derive one discriminating scalar — the actinide-spike threshold — from a handful of authoritative HPGe lab labels.</a:t>
            </a:r>
          </a:p>
          <a:p>
            <a:pPr indent="0" lvl="0" marL="12700" marR="5080" rtl="0" algn="l">
              <a:lnSpc>
                <a:spcPct val="130000"/>
              </a:lnSpc>
              <a:spcBef>
                <a:spcPts val="0"/>
              </a:spcBef>
              <a:spcAft>
                <a:spcPts val="0"/>
              </a:spcAft>
              <a:buNone/>
            </a:pPr>
            <a:r>
              <a:rPr lang="en"/>
              <a:t/>
            </a:r>
          </a:p>
          <a:p>
            <a:pPr indent="0" lvl="0" marL="12700" marR="5080" rtl="0" algn="l">
              <a:lnSpc>
                <a:spcPct val="130000"/>
              </a:lnSpc>
              <a:spcBef>
                <a:spcPts val="0"/>
              </a:spcBef>
              <a:spcAft>
                <a:spcPts val="0"/>
              </a:spcAft>
              <a:buNone/>
            </a:pPr>
            <a:r>
              <a:rPr lang="en"/>
              <a:t>When a new agent comes online, it inherits the threshold instantly. When the threshold drifts — a new feed composition, a new packaging vendor — the coordinator retrains and pushes a new snapshot in seconds.</a:t>
            </a:r>
          </a:p>
          <a:p>
            <a:pPr indent="0" lvl="0" marL="12700" marR="5080" rtl="0" algn="l">
              <a:lnSpc>
                <a:spcPct val="130000"/>
              </a:lnSpc>
              <a:spcBef>
                <a:spcPts val="0"/>
              </a:spcBef>
              <a:spcAft>
                <a:spcPts val="0"/>
              </a:spcAft>
              <a:buNone/>
            </a:pPr>
            <a:r>
              <a:rPr lang="en"/>
              <a:t/>
            </a:r>
          </a:p>
          <a:p>
            <a:pPr indent="0" lvl="0" marL="12700" marR="5080" rtl="0" algn="l">
              <a:lnSpc>
                <a:spcPct val="130000"/>
              </a:lnSpc>
              <a:spcBef>
                <a:spcPts val="0"/>
              </a:spcBef>
              <a:spcAft>
                <a:spcPts val="0"/>
              </a:spcAft>
              <a:buNone/>
            </a:pPr>
            <a:r>
              <a:rPr lang="en"/>
              <a:t>One number. One ledger. One source of truth. Auditable enough for a regulator to read line by line.</a:t>
            </a:r>
          </a:p>
        </p:txBody>
      </p:sp>
      <p:sp>
        <p:nvSpPr>
          <p:cNvPr id="81" name="Google Shape;81;p2"/>
          <p:cNvSpPr txBox="1"/>
          <p:nvPr/>
        </p:nvSpPr>
        <p:spPr>
          <a:xfrm>
            <a:off x="18823478" y="614781"/>
            <a:ext cx="276860" cy="32702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 sz="1950">
                <a:solidFill>
                  <a:srgbClr val="172440"/>
                </a:solidFill>
                <a:latin typeface="Ubuntu Mono"/>
                <a:ea typeface="Ubuntu Mono"/>
                <a:cs typeface="Ubuntu Mono"/>
                <a:sym typeface="Ubuntu Mono"/>
              </a:rPr>
              <a:t>04</a:t>
            </a:r>
          </a:p>
        </p:txBody>
      </p:sp>
      <p:sp>
        <p:nvSpPr>
          <p:cNvPr id="82" name="Google Shape;82;p2"/>
          <p:cNvSpPr txBox="1"/>
          <p:nvPr/>
        </p:nvSpPr>
        <p:spPr>
          <a:xfrm>
            <a:off x="1208619" y="3789254"/>
            <a:ext cx="2224405" cy="40259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2450">
                <a:solidFill>
                  <a:srgbClr val="172440"/>
                </a:solidFill>
                <a:latin typeface="Ubuntu Mono"/>
                <a:ea typeface="Ubuntu Mono"/>
                <a:cs typeface="Ubuntu Mono"/>
                <a:sym typeface="Ubuntu Mono"/>
              </a:rPr>
              <a:t>The coordinator</a:t>
            </a:r>
          </a:p>
        </p:txBody>
      </p:sp>
      <p:sp>
        <p:nvSpPr>
          <p:cNvPr id="83" name="Google Shape;83;p2"/>
          <p:cNvSpPr txBox="1"/>
          <p:nvPr/>
        </p:nvSpPr>
        <p:spPr>
          <a:xfrm>
            <a:off x="512930" y="10581938"/>
            <a:ext cx="17830800" cy="22669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300">
                <a:solidFill>
                  <a:srgbClr val="00C6B3"/>
                </a:solidFill>
                <a:latin typeface="Ubuntu Sans"/>
                <a:ea typeface="Ubuntu Sans"/>
                <a:cs typeface="Ubuntu Sans"/>
                <a:sym typeface="Ubuntu Sans"/>
              </a:rPr>
              <a:t>* In the live demo: model version v0 → v2, actinide threshold derives from None → 0.045 over the first 20 minutes of operation.</a:t>
            </a:r>
          </a:p>
        </p:txBody>
      </p:sp>
      <p:sp>
        <p:nvSpPr>
          <p:cNvPr id="84" name="Google Shape;84;p2"/>
          <p:cNvSpPr/>
          <p:nvPr/>
        </p:nvSpPr>
        <p:spPr>
          <a:xfrm>
            <a:off x="0" y="10065875"/>
            <a:ext cx="20104100" cy="0"/>
          </a:xfrm>
          <a:custGeom>
            <a:rect b="b" l="l" r="r" t="t"/>
            <a:pathLst>
              <a:path extrusionOk="0" h="120000" w="20104100">
                <a:moveTo>
                  <a:pt x="0" y="0"/>
                </a:moveTo>
                <a:lnTo>
                  <a:pt x="20104099" y="0"/>
                </a:lnTo>
              </a:path>
            </a:pathLst>
          </a:custGeom>
          <a:noFill/>
          <a:ln cap="flat" cmpd="sng" w="10450">
            <a:solidFill>
              <a:srgbClr val="172440">
                <a:alpha val="20000"/>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85" name="Google Shape;85;p2"/>
          <p:cNvPicPr preferRelativeResize="0"/>
          <p:nvPr/>
        </p:nvPicPr>
        <p:blipFill rotWithShape="1">
          <a:blip r:embed="rId2">
            <a:alphaModFix/>
          </a:blip>
          <a:srcRect b="0" l="0" r="0" t="0"/>
          <a:stretch/>
        </p:blipFill>
        <p:spPr>
          <a:xfrm>
            <a:off x="1221488" y="402130"/>
            <a:ext cx="1946118" cy="767083"/>
          </a:xfrm>
          <a:prstGeom prst="rect">
            <a:avLst/>
          </a:prstGeom>
          <a:noFill/>
          <a:ln>
            <a:no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9" name="Google Shape;69;p2"/>
          <p:cNvSpPr/>
          <p:nvPr/>
        </p:nvSpPr>
        <p:spPr>
          <a:xfrm>
            <a:off x="0" y="0"/>
            <a:ext cx="20104100" cy="11308715"/>
          </a:xfrm>
          <a:custGeom>
            <a:rect b="b" l="l" r="r" t="t"/>
            <a:pathLst>
              <a:path extrusionOk="0" h="11308715" w="20104100">
                <a:moveTo>
                  <a:pt x="20104099" y="0"/>
                </a:moveTo>
                <a:lnTo>
                  <a:pt x="0" y="0"/>
                </a:lnTo>
                <a:lnTo>
                  <a:pt x="0" y="11308556"/>
                </a:lnTo>
                <a:lnTo>
                  <a:pt x="20104099" y="11308556"/>
                </a:lnTo>
                <a:lnTo>
                  <a:pt x="20104099" y="0"/>
                </a:lnTo>
                <a:close/>
              </a:path>
            </a:pathLst>
          </a:custGeom>
          <a:solidFill>
            <a:srgbClr val="F6F8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0" name="Google Shape;70;p2"/>
          <p:cNvSpPr/>
          <p:nvPr/>
        </p:nvSpPr>
        <p:spPr>
          <a:xfrm>
            <a:off x="0" y="0"/>
            <a:ext cx="20104100" cy="1569085"/>
          </a:xfrm>
          <a:custGeom>
            <a:rect b="b" l="l" r="r" t="t"/>
            <a:pathLst>
              <a:path extrusionOk="0" h="1569085" w="20104100">
                <a:moveTo>
                  <a:pt x="20104099" y="0"/>
                </a:moveTo>
                <a:lnTo>
                  <a:pt x="0" y="0"/>
                </a:lnTo>
                <a:lnTo>
                  <a:pt x="0" y="1568538"/>
                </a:lnTo>
                <a:lnTo>
                  <a:pt x="20104099" y="1568538"/>
                </a:lnTo>
                <a:lnTo>
                  <a:pt x="2010409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71" name="Google Shape;71;p2"/>
          <p:cNvGrpSpPr/>
          <p:nvPr/>
        </p:nvGrpSpPr>
        <p:grpSpPr>
          <a:xfrm>
            <a:off x="0" y="3962599"/>
            <a:ext cx="20104621" cy="7346440"/>
            <a:chOff x="0" y="3962599"/>
            <a:chExt cx="20104621" cy="7346440"/>
          </a:xfrm>
        </p:grpSpPr>
        <p:sp>
          <p:nvSpPr>
            <p:cNvPr id="72" name="Google Shape;72;p2"/>
            <p:cNvSpPr/>
            <p:nvPr/>
          </p:nvSpPr>
          <p:spPr>
            <a:xfrm>
              <a:off x="0" y="3962599"/>
              <a:ext cx="2218690" cy="3497579"/>
            </a:xfrm>
            <a:custGeom>
              <a:rect b="b" l="l" r="r" t="t"/>
              <a:pathLst>
                <a:path extrusionOk="0" h="3497579" w="2218690">
                  <a:moveTo>
                    <a:pt x="0" y="2565654"/>
                  </a:moveTo>
                  <a:lnTo>
                    <a:pt x="0" y="3497045"/>
                  </a:lnTo>
                  <a:lnTo>
                    <a:pt x="69579" y="3497045"/>
                  </a:lnTo>
                  <a:lnTo>
                    <a:pt x="380156" y="3493568"/>
                  </a:lnTo>
                  <a:lnTo>
                    <a:pt x="631382" y="3486652"/>
                  </a:lnTo>
                  <a:lnTo>
                    <a:pt x="780577" y="3479744"/>
                  </a:lnTo>
                  <a:lnTo>
                    <a:pt x="929111" y="3470240"/>
                  </a:lnTo>
                  <a:lnTo>
                    <a:pt x="1076983" y="3458145"/>
                  </a:lnTo>
                  <a:lnTo>
                    <a:pt x="1175244" y="3448591"/>
                  </a:lnTo>
                  <a:lnTo>
                    <a:pt x="1273478" y="3437549"/>
                  </a:lnTo>
                  <a:lnTo>
                    <a:pt x="1371712" y="3424974"/>
                  </a:lnTo>
                  <a:lnTo>
                    <a:pt x="1469945" y="3410861"/>
                  </a:lnTo>
                  <a:lnTo>
                    <a:pt x="1568179" y="3395206"/>
                  </a:lnTo>
                  <a:lnTo>
                    <a:pt x="1666414" y="3378002"/>
                  </a:lnTo>
                  <a:lnTo>
                    <a:pt x="1765026" y="3358994"/>
                  </a:lnTo>
                  <a:lnTo>
                    <a:pt x="1864403" y="3337872"/>
                  </a:lnTo>
                  <a:lnTo>
                    <a:pt x="1964548" y="3314635"/>
                  </a:lnTo>
                  <a:lnTo>
                    <a:pt x="2065465" y="3289285"/>
                  </a:lnTo>
                  <a:lnTo>
                    <a:pt x="2167155" y="3261820"/>
                  </a:lnTo>
                  <a:lnTo>
                    <a:pt x="2218292" y="3247294"/>
                  </a:lnTo>
                  <a:lnTo>
                    <a:pt x="2218292" y="2570432"/>
                  </a:lnTo>
                  <a:lnTo>
                    <a:pt x="212289" y="2570432"/>
                  </a:lnTo>
                  <a:lnTo>
                    <a:pt x="101152" y="2568704"/>
                  </a:lnTo>
                  <a:lnTo>
                    <a:pt x="0" y="2565654"/>
                  </a:lnTo>
                  <a:close/>
                </a:path>
                <a:path extrusionOk="0" h="3497579" w="2218690">
                  <a:moveTo>
                    <a:pt x="2218292" y="1687488"/>
                  </a:moveTo>
                  <a:lnTo>
                    <a:pt x="1062254" y="1687488"/>
                  </a:lnTo>
                  <a:lnTo>
                    <a:pt x="1062254" y="2538572"/>
                  </a:lnTo>
                  <a:lnTo>
                    <a:pt x="953022" y="2546940"/>
                  </a:lnTo>
                  <a:lnTo>
                    <a:pt x="848444" y="2553444"/>
                  </a:lnTo>
                  <a:lnTo>
                    <a:pt x="701004" y="2560200"/>
                  </a:lnTo>
                  <a:lnTo>
                    <a:pt x="465981" y="2567291"/>
                  </a:lnTo>
                  <a:lnTo>
                    <a:pt x="278425" y="2570432"/>
                  </a:lnTo>
                  <a:lnTo>
                    <a:pt x="2218292" y="2570432"/>
                  </a:lnTo>
                  <a:lnTo>
                    <a:pt x="2218292" y="1687488"/>
                  </a:lnTo>
                  <a:close/>
                </a:path>
                <a:path extrusionOk="0" h="3497579" w="2218690">
                  <a:moveTo>
                    <a:pt x="2218292" y="926216"/>
                  </a:moveTo>
                  <a:lnTo>
                    <a:pt x="295678" y="926216"/>
                  </a:lnTo>
                  <a:lnTo>
                    <a:pt x="344095" y="926456"/>
                  </a:lnTo>
                  <a:lnTo>
                    <a:pt x="501269" y="928888"/>
                  </a:lnTo>
                  <a:lnTo>
                    <a:pt x="500530" y="928888"/>
                  </a:lnTo>
                  <a:lnTo>
                    <a:pt x="600094" y="931715"/>
                  </a:lnTo>
                  <a:lnTo>
                    <a:pt x="754052" y="938065"/>
                  </a:lnTo>
                  <a:lnTo>
                    <a:pt x="959997" y="949957"/>
                  </a:lnTo>
                  <a:lnTo>
                    <a:pt x="1065859" y="957703"/>
                  </a:lnTo>
                  <a:lnTo>
                    <a:pt x="1174952" y="967386"/>
                  </a:lnTo>
                  <a:lnTo>
                    <a:pt x="1327082" y="983522"/>
                  </a:lnTo>
                  <a:lnTo>
                    <a:pt x="1472112" y="1001583"/>
                  </a:lnTo>
                  <a:lnTo>
                    <a:pt x="1617552" y="1022348"/>
                  </a:lnTo>
                  <a:lnTo>
                    <a:pt x="1713942" y="1038119"/>
                  </a:lnTo>
                  <a:lnTo>
                    <a:pt x="1809621" y="1055540"/>
                  </a:lnTo>
                  <a:lnTo>
                    <a:pt x="1904595" y="1074617"/>
                  </a:lnTo>
                  <a:lnTo>
                    <a:pt x="1959297" y="1086560"/>
                  </a:lnTo>
                  <a:lnTo>
                    <a:pt x="2013032" y="1099153"/>
                  </a:lnTo>
                  <a:lnTo>
                    <a:pt x="2065798" y="1112391"/>
                  </a:lnTo>
                  <a:lnTo>
                    <a:pt x="2117597" y="1126271"/>
                  </a:lnTo>
                  <a:lnTo>
                    <a:pt x="2168428" y="1140790"/>
                  </a:lnTo>
                  <a:lnTo>
                    <a:pt x="2218292" y="1155944"/>
                  </a:lnTo>
                  <a:lnTo>
                    <a:pt x="2218292" y="926216"/>
                  </a:lnTo>
                  <a:close/>
                </a:path>
                <a:path extrusionOk="0" h="3497579" w="2218690">
                  <a:moveTo>
                    <a:pt x="26457" y="0"/>
                  </a:moveTo>
                  <a:lnTo>
                    <a:pt x="0" y="0"/>
                  </a:lnTo>
                  <a:lnTo>
                    <a:pt x="0" y="930525"/>
                  </a:lnTo>
                  <a:lnTo>
                    <a:pt x="43409" y="928888"/>
                  </a:lnTo>
                  <a:lnTo>
                    <a:pt x="92671" y="927558"/>
                  </a:lnTo>
                  <a:lnTo>
                    <a:pt x="141820" y="926761"/>
                  </a:lnTo>
                  <a:lnTo>
                    <a:pt x="2218292" y="926216"/>
                  </a:lnTo>
                  <a:lnTo>
                    <a:pt x="2218292" y="249689"/>
                  </a:lnTo>
                  <a:lnTo>
                    <a:pt x="2120492" y="222088"/>
                  </a:lnTo>
                  <a:lnTo>
                    <a:pt x="2022283" y="196198"/>
                  </a:lnTo>
                  <a:lnTo>
                    <a:pt x="1923667" y="172019"/>
                  </a:lnTo>
                  <a:lnTo>
                    <a:pt x="1824644" y="149553"/>
                  </a:lnTo>
                  <a:lnTo>
                    <a:pt x="1725216" y="128799"/>
                  </a:lnTo>
                  <a:lnTo>
                    <a:pt x="1625382" y="109758"/>
                  </a:lnTo>
                  <a:lnTo>
                    <a:pt x="1525143" y="92430"/>
                  </a:lnTo>
                  <a:lnTo>
                    <a:pt x="1424501" y="76816"/>
                  </a:lnTo>
                  <a:lnTo>
                    <a:pt x="1323456" y="62917"/>
                  </a:lnTo>
                  <a:lnTo>
                    <a:pt x="1222008" y="50732"/>
                  </a:lnTo>
                  <a:lnTo>
                    <a:pt x="1069176" y="35212"/>
                  </a:lnTo>
                  <a:lnTo>
                    <a:pt x="915697" y="22632"/>
                  </a:lnTo>
                  <a:lnTo>
                    <a:pt x="761569" y="12993"/>
                  </a:lnTo>
                  <a:lnTo>
                    <a:pt x="606791" y="6294"/>
                  </a:lnTo>
                  <a:lnTo>
                    <a:pt x="466060" y="2796"/>
                  </a:lnTo>
                  <a:lnTo>
                    <a:pt x="174198" y="2796"/>
                  </a:lnTo>
                  <a:lnTo>
                    <a:pt x="150409" y="2534"/>
                  </a:lnTo>
                  <a:lnTo>
                    <a:pt x="147040" y="2534"/>
                  </a:lnTo>
                  <a:lnTo>
                    <a:pt x="124098" y="2091"/>
                  </a:lnTo>
                  <a:lnTo>
                    <a:pt x="122601" y="2091"/>
                  </a:lnTo>
                  <a:lnTo>
                    <a:pt x="50318" y="275"/>
                  </a:lnTo>
                  <a:lnTo>
                    <a:pt x="26457" y="0"/>
                  </a:lnTo>
                  <a:close/>
                </a:path>
                <a:path extrusionOk="0" h="3497579" w="2218690">
                  <a:moveTo>
                    <a:pt x="357358" y="1712"/>
                  </a:moveTo>
                  <a:lnTo>
                    <a:pt x="295277" y="1712"/>
                  </a:lnTo>
                  <a:lnTo>
                    <a:pt x="190857" y="2796"/>
                  </a:lnTo>
                  <a:lnTo>
                    <a:pt x="466060" y="2796"/>
                  </a:lnTo>
                  <a:lnTo>
                    <a:pt x="413044" y="2091"/>
                  </a:lnTo>
                  <a:lnTo>
                    <a:pt x="429342" y="2091"/>
                  </a:lnTo>
                  <a:lnTo>
                    <a:pt x="357358" y="1712"/>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 name="Google Shape;73;p2"/>
            <p:cNvSpPr/>
            <p:nvPr/>
          </p:nvSpPr>
          <p:spPr>
            <a:xfrm>
              <a:off x="2799169" y="4025944"/>
              <a:ext cx="4008754" cy="3407410"/>
            </a:xfrm>
            <a:custGeom>
              <a:rect b="b" l="l" r="r" t="t"/>
              <a:pathLst>
                <a:path extrusionOk="0" h="3407409" w="4008754">
                  <a:moveTo>
                    <a:pt x="4008412" y="2495550"/>
                  </a:moveTo>
                  <a:lnTo>
                    <a:pt x="1158951" y="2495550"/>
                  </a:lnTo>
                  <a:lnTo>
                    <a:pt x="1158951" y="0"/>
                  </a:lnTo>
                  <a:lnTo>
                    <a:pt x="0" y="0"/>
                  </a:lnTo>
                  <a:lnTo>
                    <a:pt x="0" y="2495550"/>
                  </a:lnTo>
                  <a:lnTo>
                    <a:pt x="0" y="3407410"/>
                  </a:lnTo>
                  <a:lnTo>
                    <a:pt x="4008412" y="3407410"/>
                  </a:lnTo>
                  <a:lnTo>
                    <a:pt x="4008412" y="249555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4" name="Google Shape;74;p2"/>
            <p:cNvSpPr/>
            <p:nvPr/>
          </p:nvSpPr>
          <p:spPr>
            <a:xfrm>
              <a:off x="7025403" y="3997789"/>
              <a:ext cx="5257800" cy="3492500"/>
            </a:xfrm>
            <a:custGeom>
              <a:rect b="b" l="l" r="r" t="t"/>
              <a:pathLst>
                <a:path extrusionOk="0" h="3492500" w="5257800">
                  <a:moveTo>
                    <a:pt x="3307018" y="3479800"/>
                  </a:moveTo>
                  <a:lnTo>
                    <a:pt x="1951599" y="3479800"/>
                  </a:lnTo>
                  <a:lnTo>
                    <a:pt x="2004200" y="3492500"/>
                  </a:lnTo>
                  <a:lnTo>
                    <a:pt x="3254654" y="3492500"/>
                  </a:lnTo>
                  <a:lnTo>
                    <a:pt x="3307018" y="3479800"/>
                  </a:lnTo>
                  <a:close/>
                </a:path>
                <a:path extrusionOk="0" h="3492500" w="5257800">
                  <a:moveTo>
                    <a:pt x="3462173" y="3467100"/>
                  </a:moveTo>
                  <a:lnTo>
                    <a:pt x="1795865" y="3467100"/>
                  </a:lnTo>
                  <a:lnTo>
                    <a:pt x="1847432" y="3479800"/>
                  </a:lnTo>
                  <a:lnTo>
                    <a:pt x="3410777" y="3479800"/>
                  </a:lnTo>
                  <a:lnTo>
                    <a:pt x="3462173" y="3467100"/>
                  </a:lnTo>
                  <a:close/>
                </a:path>
                <a:path extrusionOk="0" h="3492500" w="5257800">
                  <a:moveTo>
                    <a:pt x="3563998" y="3454400"/>
                  </a:moveTo>
                  <a:lnTo>
                    <a:pt x="1693761" y="3454400"/>
                  </a:lnTo>
                  <a:lnTo>
                    <a:pt x="1744641" y="3467100"/>
                  </a:lnTo>
                  <a:lnTo>
                    <a:pt x="3513247" y="3467100"/>
                  </a:lnTo>
                  <a:lnTo>
                    <a:pt x="3563998" y="3454400"/>
                  </a:lnTo>
                  <a:close/>
                </a:path>
                <a:path extrusionOk="0" h="3492500" w="5257800">
                  <a:moveTo>
                    <a:pt x="3664534" y="3441700"/>
                  </a:moveTo>
                  <a:lnTo>
                    <a:pt x="1593030" y="3441700"/>
                  </a:lnTo>
                  <a:lnTo>
                    <a:pt x="1643224" y="3454400"/>
                  </a:lnTo>
                  <a:lnTo>
                    <a:pt x="3614427" y="3454400"/>
                  </a:lnTo>
                  <a:lnTo>
                    <a:pt x="3664534" y="3441700"/>
                  </a:lnTo>
                  <a:close/>
                </a:path>
                <a:path extrusionOk="0" h="3492500" w="5257800">
                  <a:moveTo>
                    <a:pt x="3812919" y="3416300"/>
                  </a:moveTo>
                  <a:lnTo>
                    <a:pt x="1444501" y="3416300"/>
                  </a:lnTo>
                  <a:lnTo>
                    <a:pt x="1543178" y="3441700"/>
                  </a:lnTo>
                  <a:lnTo>
                    <a:pt x="3714318" y="3441700"/>
                  </a:lnTo>
                  <a:lnTo>
                    <a:pt x="3812919" y="3416300"/>
                  </a:lnTo>
                  <a:close/>
                </a:path>
                <a:path extrusionOk="0" h="3492500" w="5257800">
                  <a:moveTo>
                    <a:pt x="3966684" y="101600"/>
                  </a:moveTo>
                  <a:lnTo>
                    <a:pt x="1290771" y="101600"/>
                  </a:lnTo>
                  <a:lnTo>
                    <a:pt x="1239255" y="114300"/>
                  </a:lnTo>
                  <a:lnTo>
                    <a:pt x="1188364" y="139700"/>
                  </a:lnTo>
                  <a:lnTo>
                    <a:pt x="1039436" y="177800"/>
                  </a:lnTo>
                  <a:lnTo>
                    <a:pt x="991042" y="203200"/>
                  </a:lnTo>
                  <a:lnTo>
                    <a:pt x="943272" y="215900"/>
                  </a:lnTo>
                  <a:lnTo>
                    <a:pt x="896127" y="241300"/>
                  </a:lnTo>
                  <a:lnTo>
                    <a:pt x="849607" y="254000"/>
                  </a:lnTo>
                  <a:lnTo>
                    <a:pt x="803919" y="279400"/>
                  </a:lnTo>
                  <a:lnTo>
                    <a:pt x="759287" y="304800"/>
                  </a:lnTo>
                  <a:lnTo>
                    <a:pt x="715713" y="317500"/>
                  </a:lnTo>
                  <a:lnTo>
                    <a:pt x="673196" y="342900"/>
                  </a:lnTo>
                  <a:lnTo>
                    <a:pt x="631737" y="381000"/>
                  </a:lnTo>
                  <a:lnTo>
                    <a:pt x="591335" y="406400"/>
                  </a:lnTo>
                  <a:lnTo>
                    <a:pt x="551991" y="431800"/>
                  </a:lnTo>
                  <a:lnTo>
                    <a:pt x="513706" y="469900"/>
                  </a:lnTo>
                  <a:lnTo>
                    <a:pt x="476479" y="495300"/>
                  </a:lnTo>
                  <a:lnTo>
                    <a:pt x="440311" y="533400"/>
                  </a:lnTo>
                  <a:lnTo>
                    <a:pt x="405202" y="558800"/>
                  </a:lnTo>
                  <a:lnTo>
                    <a:pt x="371290" y="596900"/>
                  </a:lnTo>
                  <a:lnTo>
                    <a:pt x="338747" y="635000"/>
                  </a:lnTo>
                  <a:lnTo>
                    <a:pt x="307573" y="673100"/>
                  </a:lnTo>
                  <a:lnTo>
                    <a:pt x="277768" y="723900"/>
                  </a:lnTo>
                  <a:lnTo>
                    <a:pt x="249333" y="762000"/>
                  </a:lnTo>
                  <a:lnTo>
                    <a:pt x="222266" y="812800"/>
                  </a:lnTo>
                  <a:lnTo>
                    <a:pt x="196569" y="850900"/>
                  </a:lnTo>
                  <a:lnTo>
                    <a:pt x="172241" y="901700"/>
                  </a:lnTo>
                  <a:lnTo>
                    <a:pt x="149283" y="952500"/>
                  </a:lnTo>
                  <a:lnTo>
                    <a:pt x="127693" y="1003300"/>
                  </a:lnTo>
                  <a:lnTo>
                    <a:pt x="107473" y="1054100"/>
                  </a:lnTo>
                  <a:lnTo>
                    <a:pt x="92663" y="1092200"/>
                  </a:lnTo>
                  <a:lnTo>
                    <a:pt x="78952" y="1143000"/>
                  </a:lnTo>
                  <a:lnTo>
                    <a:pt x="66338" y="1181100"/>
                  </a:lnTo>
                  <a:lnTo>
                    <a:pt x="54822" y="1231900"/>
                  </a:lnTo>
                  <a:lnTo>
                    <a:pt x="44404" y="1270000"/>
                  </a:lnTo>
                  <a:lnTo>
                    <a:pt x="35083" y="1320800"/>
                  </a:lnTo>
                  <a:lnTo>
                    <a:pt x="26859" y="1371600"/>
                  </a:lnTo>
                  <a:lnTo>
                    <a:pt x="19732" y="1422400"/>
                  </a:lnTo>
                  <a:lnTo>
                    <a:pt x="13702" y="1473200"/>
                  </a:lnTo>
                  <a:lnTo>
                    <a:pt x="8769" y="1524000"/>
                  </a:lnTo>
                  <a:lnTo>
                    <a:pt x="4932" y="1587500"/>
                  </a:lnTo>
                  <a:lnTo>
                    <a:pt x="2192" y="1638300"/>
                  </a:lnTo>
                  <a:lnTo>
                    <a:pt x="547" y="1689100"/>
                  </a:lnTo>
                  <a:lnTo>
                    <a:pt x="0" y="1752600"/>
                  </a:lnTo>
                  <a:lnTo>
                    <a:pt x="547" y="1803400"/>
                  </a:lnTo>
                  <a:lnTo>
                    <a:pt x="2192" y="1866900"/>
                  </a:lnTo>
                  <a:lnTo>
                    <a:pt x="4932" y="1917700"/>
                  </a:lnTo>
                  <a:lnTo>
                    <a:pt x="8769" y="1968500"/>
                  </a:lnTo>
                  <a:lnTo>
                    <a:pt x="13702" y="2019300"/>
                  </a:lnTo>
                  <a:lnTo>
                    <a:pt x="19732" y="2070100"/>
                  </a:lnTo>
                  <a:lnTo>
                    <a:pt x="26859" y="2120900"/>
                  </a:lnTo>
                  <a:lnTo>
                    <a:pt x="35083" y="2171700"/>
                  </a:lnTo>
                  <a:lnTo>
                    <a:pt x="44404" y="2222500"/>
                  </a:lnTo>
                  <a:lnTo>
                    <a:pt x="54822" y="2260600"/>
                  </a:lnTo>
                  <a:lnTo>
                    <a:pt x="66338" y="2311400"/>
                  </a:lnTo>
                  <a:lnTo>
                    <a:pt x="78952" y="2349500"/>
                  </a:lnTo>
                  <a:lnTo>
                    <a:pt x="92663" y="2400300"/>
                  </a:lnTo>
                  <a:lnTo>
                    <a:pt x="107473" y="2438400"/>
                  </a:lnTo>
                  <a:lnTo>
                    <a:pt x="127693" y="2489200"/>
                  </a:lnTo>
                  <a:lnTo>
                    <a:pt x="149283" y="2540000"/>
                  </a:lnTo>
                  <a:lnTo>
                    <a:pt x="172241" y="2590800"/>
                  </a:lnTo>
                  <a:lnTo>
                    <a:pt x="196569" y="2628900"/>
                  </a:lnTo>
                  <a:lnTo>
                    <a:pt x="222266" y="2679700"/>
                  </a:lnTo>
                  <a:lnTo>
                    <a:pt x="249333" y="2717800"/>
                  </a:lnTo>
                  <a:lnTo>
                    <a:pt x="277768" y="2768600"/>
                  </a:lnTo>
                  <a:lnTo>
                    <a:pt x="307573" y="2806700"/>
                  </a:lnTo>
                  <a:lnTo>
                    <a:pt x="338747" y="2844800"/>
                  </a:lnTo>
                  <a:lnTo>
                    <a:pt x="371290" y="2882900"/>
                  </a:lnTo>
                  <a:lnTo>
                    <a:pt x="405202" y="2921000"/>
                  </a:lnTo>
                  <a:lnTo>
                    <a:pt x="440311" y="2959100"/>
                  </a:lnTo>
                  <a:lnTo>
                    <a:pt x="476479" y="2984500"/>
                  </a:lnTo>
                  <a:lnTo>
                    <a:pt x="513706" y="3022600"/>
                  </a:lnTo>
                  <a:lnTo>
                    <a:pt x="551991" y="3048000"/>
                  </a:lnTo>
                  <a:lnTo>
                    <a:pt x="591335" y="3086100"/>
                  </a:lnTo>
                  <a:lnTo>
                    <a:pt x="631737" y="3111500"/>
                  </a:lnTo>
                  <a:lnTo>
                    <a:pt x="673196" y="3136900"/>
                  </a:lnTo>
                  <a:lnTo>
                    <a:pt x="715713" y="3162300"/>
                  </a:lnTo>
                  <a:lnTo>
                    <a:pt x="759287" y="3187700"/>
                  </a:lnTo>
                  <a:lnTo>
                    <a:pt x="803919" y="3213100"/>
                  </a:lnTo>
                  <a:lnTo>
                    <a:pt x="849607" y="3225800"/>
                  </a:lnTo>
                  <a:lnTo>
                    <a:pt x="943272" y="3276600"/>
                  </a:lnTo>
                  <a:lnTo>
                    <a:pt x="991042" y="3289300"/>
                  </a:lnTo>
                  <a:lnTo>
                    <a:pt x="1039436" y="3314700"/>
                  </a:lnTo>
                  <a:lnTo>
                    <a:pt x="1188364" y="3352800"/>
                  </a:lnTo>
                  <a:lnTo>
                    <a:pt x="1239255" y="3378200"/>
                  </a:lnTo>
                  <a:lnTo>
                    <a:pt x="1395674" y="3416300"/>
                  </a:lnTo>
                  <a:lnTo>
                    <a:pt x="3861735" y="3416300"/>
                  </a:lnTo>
                  <a:lnTo>
                    <a:pt x="4018257" y="3378200"/>
                  </a:lnTo>
                  <a:lnTo>
                    <a:pt x="4069229" y="3352800"/>
                  </a:lnTo>
                  <a:lnTo>
                    <a:pt x="4218545" y="3314700"/>
                  </a:lnTo>
                  <a:lnTo>
                    <a:pt x="4267119" y="3289300"/>
                  </a:lnTo>
                  <a:lnTo>
                    <a:pt x="4315093" y="3276600"/>
                  </a:lnTo>
                  <a:lnTo>
                    <a:pt x="4409247" y="3225800"/>
                  </a:lnTo>
                  <a:lnTo>
                    <a:pt x="4455166" y="3213100"/>
                  </a:lnTo>
                  <a:lnTo>
                    <a:pt x="4499980" y="3187700"/>
                  </a:lnTo>
                  <a:lnTo>
                    <a:pt x="4543691" y="3162300"/>
                  </a:lnTo>
                  <a:lnTo>
                    <a:pt x="4586297" y="3136900"/>
                  </a:lnTo>
                  <a:lnTo>
                    <a:pt x="4627800" y="3111500"/>
                  </a:lnTo>
                  <a:lnTo>
                    <a:pt x="4668200" y="3086100"/>
                  </a:lnTo>
                  <a:lnTo>
                    <a:pt x="4707496" y="3048000"/>
                  </a:lnTo>
                  <a:lnTo>
                    <a:pt x="4745689" y="3022600"/>
                  </a:lnTo>
                  <a:lnTo>
                    <a:pt x="4782780" y="2984500"/>
                  </a:lnTo>
                  <a:lnTo>
                    <a:pt x="4818768" y="2959100"/>
                  </a:lnTo>
                  <a:lnTo>
                    <a:pt x="4853653" y="2921000"/>
                  </a:lnTo>
                  <a:lnTo>
                    <a:pt x="4887319" y="2882900"/>
                  </a:lnTo>
                  <a:lnTo>
                    <a:pt x="4919665" y="2844800"/>
                  </a:lnTo>
                  <a:lnTo>
                    <a:pt x="4950692" y="2806700"/>
                  </a:lnTo>
                  <a:lnTo>
                    <a:pt x="4980398" y="2768600"/>
                  </a:lnTo>
                  <a:lnTo>
                    <a:pt x="5008785" y="2717800"/>
                  </a:lnTo>
                  <a:lnTo>
                    <a:pt x="5035852" y="2679700"/>
                  </a:lnTo>
                  <a:lnTo>
                    <a:pt x="5061599" y="2628900"/>
                  </a:lnTo>
                  <a:lnTo>
                    <a:pt x="5086026" y="2590800"/>
                  </a:lnTo>
                  <a:lnTo>
                    <a:pt x="5091802" y="2578100"/>
                  </a:lnTo>
                  <a:lnTo>
                    <a:pt x="2530519" y="2578100"/>
                  </a:lnTo>
                  <a:lnTo>
                    <a:pt x="2481257" y="2565400"/>
                  </a:lnTo>
                  <a:lnTo>
                    <a:pt x="2283040" y="2565400"/>
                  </a:lnTo>
                  <a:lnTo>
                    <a:pt x="2233482" y="2552700"/>
                  </a:lnTo>
                  <a:lnTo>
                    <a:pt x="2184398" y="2552700"/>
                  </a:lnTo>
                  <a:lnTo>
                    <a:pt x="2135787" y="2540000"/>
                  </a:lnTo>
                  <a:lnTo>
                    <a:pt x="2087652" y="2540000"/>
                  </a:lnTo>
                  <a:lnTo>
                    <a:pt x="2039993" y="2527300"/>
                  </a:lnTo>
                  <a:lnTo>
                    <a:pt x="1992811" y="2527300"/>
                  </a:lnTo>
                  <a:lnTo>
                    <a:pt x="1946108" y="2514600"/>
                  </a:lnTo>
                  <a:lnTo>
                    <a:pt x="1788884" y="2476500"/>
                  </a:lnTo>
                  <a:lnTo>
                    <a:pt x="1738903" y="2463800"/>
                  </a:lnTo>
                  <a:lnTo>
                    <a:pt x="1690132" y="2438400"/>
                  </a:lnTo>
                  <a:lnTo>
                    <a:pt x="1642567" y="2425700"/>
                  </a:lnTo>
                  <a:lnTo>
                    <a:pt x="1596608" y="2400300"/>
                  </a:lnTo>
                  <a:lnTo>
                    <a:pt x="1552674" y="2387600"/>
                  </a:lnTo>
                  <a:lnTo>
                    <a:pt x="1510761" y="2362200"/>
                  </a:lnTo>
                  <a:lnTo>
                    <a:pt x="1470866" y="2336800"/>
                  </a:lnTo>
                  <a:lnTo>
                    <a:pt x="1432987" y="2311400"/>
                  </a:lnTo>
                  <a:lnTo>
                    <a:pt x="1397119" y="2273300"/>
                  </a:lnTo>
                  <a:lnTo>
                    <a:pt x="1363440" y="2247900"/>
                  </a:lnTo>
                  <a:lnTo>
                    <a:pt x="1332097" y="2209800"/>
                  </a:lnTo>
                  <a:lnTo>
                    <a:pt x="1303091" y="2171700"/>
                  </a:lnTo>
                  <a:lnTo>
                    <a:pt x="1276423" y="2133600"/>
                  </a:lnTo>
                  <a:lnTo>
                    <a:pt x="1252096" y="2095500"/>
                  </a:lnTo>
                  <a:lnTo>
                    <a:pt x="1230109" y="2057400"/>
                  </a:lnTo>
                  <a:lnTo>
                    <a:pt x="1210861" y="2006600"/>
                  </a:lnTo>
                  <a:lnTo>
                    <a:pt x="1194763" y="1968500"/>
                  </a:lnTo>
                  <a:lnTo>
                    <a:pt x="1181813" y="1917700"/>
                  </a:lnTo>
                  <a:lnTo>
                    <a:pt x="1172012" y="1866900"/>
                  </a:lnTo>
                  <a:lnTo>
                    <a:pt x="1165361" y="1803400"/>
                  </a:lnTo>
                  <a:lnTo>
                    <a:pt x="1161859" y="1752600"/>
                  </a:lnTo>
                  <a:lnTo>
                    <a:pt x="1164426" y="1701800"/>
                  </a:lnTo>
                  <a:lnTo>
                    <a:pt x="1170230" y="1638300"/>
                  </a:lnTo>
                  <a:lnTo>
                    <a:pt x="1179267" y="1587500"/>
                  </a:lnTo>
                  <a:lnTo>
                    <a:pt x="1191537" y="1536700"/>
                  </a:lnTo>
                  <a:lnTo>
                    <a:pt x="1207036" y="1498600"/>
                  </a:lnTo>
                  <a:lnTo>
                    <a:pt x="1225763" y="1447800"/>
                  </a:lnTo>
                  <a:lnTo>
                    <a:pt x="1247338" y="1409700"/>
                  </a:lnTo>
                  <a:lnTo>
                    <a:pt x="1271415" y="1371600"/>
                  </a:lnTo>
                  <a:lnTo>
                    <a:pt x="1297997" y="1333500"/>
                  </a:lnTo>
                  <a:lnTo>
                    <a:pt x="1327084" y="1295400"/>
                  </a:lnTo>
                  <a:lnTo>
                    <a:pt x="1358679" y="1270000"/>
                  </a:lnTo>
                  <a:lnTo>
                    <a:pt x="1392784" y="1231900"/>
                  </a:lnTo>
                  <a:lnTo>
                    <a:pt x="1429123" y="1206500"/>
                  </a:lnTo>
                  <a:lnTo>
                    <a:pt x="1467481" y="1181100"/>
                  </a:lnTo>
                  <a:lnTo>
                    <a:pt x="1507859" y="1155700"/>
                  </a:lnTo>
                  <a:lnTo>
                    <a:pt x="1550259" y="1130300"/>
                  </a:lnTo>
                  <a:lnTo>
                    <a:pt x="1594679" y="1104900"/>
                  </a:lnTo>
                  <a:lnTo>
                    <a:pt x="1641122" y="1079500"/>
                  </a:lnTo>
                  <a:lnTo>
                    <a:pt x="1689079" y="1066800"/>
                  </a:lnTo>
                  <a:lnTo>
                    <a:pt x="1738093" y="1041400"/>
                  </a:lnTo>
                  <a:lnTo>
                    <a:pt x="1944663" y="990600"/>
                  </a:lnTo>
                  <a:lnTo>
                    <a:pt x="1991021" y="977900"/>
                  </a:lnTo>
                  <a:lnTo>
                    <a:pt x="2037966" y="977900"/>
                  </a:lnTo>
                  <a:lnTo>
                    <a:pt x="2133631" y="952500"/>
                  </a:lnTo>
                  <a:lnTo>
                    <a:pt x="2182355" y="952500"/>
                  </a:lnTo>
                  <a:lnTo>
                    <a:pt x="2231675" y="939800"/>
                  </a:lnTo>
                  <a:lnTo>
                    <a:pt x="2381648" y="939800"/>
                  </a:lnTo>
                  <a:lnTo>
                    <a:pt x="2431408" y="927100"/>
                  </a:lnTo>
                  <a:lnTo>
                    <a:pt x="5097579" y="927100"/>
                  </a:lnTo>
                  <a:lnTo>
                    <a:pt x="5086026" y="901700"/>
                  </a:lnTo>
                  <a:lnTo>
                    <a:pt x="5061599" y="850900"/>
                  </a:lnTo>
                  <a:lnTo>
                    <a:pt x="5035852" y="812800"/>
                  </a:lnTo>
                  <a:lnTo>
                    <a:pt x="5008785" y="762000"/>
                  </a:lnTo>
                  <a:lnTo>
                    <a:pt x="4980398" y="723900"/>
                  </a:lnTo>
                  <a:lnTo>
                    <a:pt x="4950692" y="673100"/>
                  </a:lnTo>
                  <a:lnTo>
                    <a:pt x="4919665" y="635000"/>
                  </a:lnTo>
                  <a:lnTo>
                    <a:pt x="4887319" y="596900"/>
                  </a:lnTo>
                  <a:lnTo>
                    <a:pt x="4853653" y="558800"/>
                  </a:lnTo>
                  <a:lnTo>
                    <a:pt x="4818768" y="533400"/>
                  </a:lnTo>
                  <a:lnTo>
                    <a:pt x="4782780" y="495300"/>
                  </a:lnTo>
                  <a:lnTo>
                    <a:pt x="4745689" y="469900"/>
                  </a:lnTo>
                  <a:lnTo>
                    <a:pt x="4707496" y="431800"/>
                  </a:lnTo>
                  <a:lnTo>
                    <a:pt x="4668200" y="406400"/>
                  </a:lnTo>
                  <a:lnTo>
                    <a:pt x="4627800" y="381000"/>
                  </a:lnTo>
                  <a:lnTo>
                    <a:pt x="4586297" y="342900"/>
                  </a:lnTo>
                  <a:lnTo>
                    <a:pt x="4543691" y="317500"/>
                  </a:lnTo>
                  <a:lnTo>
                    <a:pt x="4499980" y="304800"/>
                  </a:lnTo>
                  <a:lnTo>
                    <a:pt x="4455166" y="279400"/>
                  </a:lnTo>
                  <a:lnTo>
                    <a:pt x="4409247" y="254000"/>
                  </a:lnTo>
                  <a:lnTo>
                    <a:pt x="4362469" y="241300"/>
                  </a:lnTo>
                  <a:lnTo>
                    <a:pt x="4315093" y="215900"/>
                  </a:lnTo>
                  <a:lnTo>
                    <a:pt x="4267119" y="203200"/>
                  </a:lnTo>
                  <a:lnTo>
                    <a:pt x="4218545" y="177800"/>
                  </a:lnTo>
                  <a:lnTo>
                    <a:pt x="4069229" y="139700"/>
                  </a:lnTo>
                  <a:lnTo>
                    <a:pt x="4018257" y="114300"/>
                  </a:lnTo>
                  <a:lnTo>
                    <a:pt x="3966684" y="101600"/>
                  </a:lnTo>
                  <a:close/>
                </a:path>
                <a:path extrusionOk="0" h="3492500" w="5257800">
                  <a:moveTo>
                    <a:pt x="5097579" y="927100"/>
                  </a:moveTo>
                  <a:lnTo>
                    <a:pt x="2825969" y="927100"/>
                  </a:lnTo>
                  <a:lnTo>
                    <a:pt x="2875736" y="939800"/>
                  </a:lnTo>
                  <a:lnTo>
                    <a:pt x="2975815" y="939800"/>
                  </a:lnTo>
                  <a:lnTo>
                    <a:pt x="3025746" y="952500"/>
                  </a:lnTo>
                  <a:lnTo>
                    <a:pt x="3124015" y="952500"/>
                  </a:lnTo>
                  <a:lnTo>
                    <a:pt x="3220162" y="977900"/>
                  </a:lnTo>
                  <a:lnTo>
                    <a:pt x="3267441" y="977900"/>
                  </a:lnTo>
                  <a:lnTo>
                    <a:pt x="3314192" y="990600"/>
                  </a:lnTo>
                  <a:lnTo>
                    <a:pt x="3367845" y="1003300"/>
                  </a:lnTo>
                  <a:lnTo>
                    <a:pt x="3522032" y="1041400"/>
                  </a:lnTo>
                  <a:lnTo>
                    <a:pt x="3571169" y="1066800"/>
                  </a:lnTo>
                  <a:lnTo>
                    <a:pt x="3619177" y="1079500"/>
                  </a:lnTo>
                  <a:lnTo>
                    <a:pt x="3665562" y="1104900"/>
                  </a:lnTo>
                  <a:lnTo>
                    <a:pt x="3709857" y="1130300"/>
                  </a:lnTo>
                  <a:lnTo>
                    <a:pt x="3752059" y="1155700"/>
                  </a:lnTo>
                  <a:lnTo>
                    <a:pt x="3792165" y="1181100"/>
                  </a:lnTo>
                  <a:lnTo>
                    <a:pt x="3830170" y="1206500"/>
                  </a:lnTo>
                  <a:lnTo>
                    <a:pt x="3866070" y="1231900"/>
                  </a:lnTo>
                  <a:lnTo>
                    <a:pt x="3906217" y="1270000"/>
                  </a:lnTo>
                  <a:lnTo>
                    <a:pt x="3942990" y="1308100"/>
                  </a:lnTo>
                  <a:lnTo>
                    <a:pt x="3976391" y="1358900"/>
                  </a:lnTo>
                  <a:lnTo>
                    <a:pt x="4006424" y="1397000"/>
                  </a:lnTo>
                  <a:lnTo>
                    <a:pt x="4033091" y="1447800"/>
                  </a:lnTo>
                  <a:lnTo>
                    <a:pt x="4052177" y="1498600"/>
                  </a:lnTo>
                  <a:lnTo>
                    <a:pt x="4067792" y="1536700"/>
                  </a:lnTo>
                  <a:lnTo>
                    <a:pt x="4079937" y="1587500"/>
                  </a:lnTo>
                  <a:lnTo>
                    <a:pt x="4088611" y="1638300"/>
                  </a:lnTo>
                  <a:lnTo>
                    <a:pt x="4093815" y="1701800"/>
                  </a:lnTo>
                  <a:lnTo>
                    <a:pt x="4095550" y="1752600"/>
                  </a:lnTo>
                  <a:lnTo>
                    <a:pt x="4092688" y="1803400"/>
                  </a:lnTo>
                  <a:lnTo>
                    <a:pt x="4086711" y="1866900"/>
                  </a:lnTo>
                  <a:lnTo>
                    <a:pt x="4077619" y="1917700"/>
                  </a:lnTo>
                  <a:lnTo>
                    <a:pt x="4065411" y="1968500"/>
                  </a:lnTo>
                  <a:lnTo>
                    <a:pt x="4050085" y="2019300"/>
                  </a:lnTo>
                  <a:lnTo>
                    <a:pt x="4031641" y="2057400"/>
                  </a:lnTo>
                  <a:lnTo>
                    <a:pt x="4010077" y="2095500"/>
                  </a:lnTo>
                  <a:lnTo>
                    <a:pt x="3985392" y="2146300"/>
                  </a:lnTo>
                  <a:lnTo>
                    <a:pt x="3957586" y="2171700"/>
                  </a:lnTo>
                  <a:lnTo>
                    <a:pt x="3923335" y="2222500"/>
                  </a:lnTo>
                  <a:lnTo>
                    <a:pt x="3886683" y="2247900"/>
                  </a:lnTo>
                  <a:lnTo>
                    <a:pt x="3847627" y="2286000"/>
                  </a:lnTo>
                  <a:lnTo>
                    <a:pt x="3806169" y="2324100"/>
                  </a:lnTo>
                  <a:lnTo>
                    <a:pt x="3762306" y="2349500"/>
                  </a:lnTo>
                  <a:lnTo>
                    <a:pt x="3716039" y="2374900"/>
                  </a:lnTo>
                  <a:lnTo>
                    <a:pt x="3667366" y="2400300"/>
                  </a:lnTo>
                  <a:lnTo>
                    <a:pt x="3616287" y="2425700"/>
                  </a:lnTo>
                  <a:lnTo>
                    <a:pt x="3573952" y="2438400"/>
                  </a:lnTo>
                  <a:lnTo>
                    <a:pt x="3530598" y="2463800"/>
                  </a:lnTo>
                  <a:lnTo>
                    <a:pt x="3486226" y="2476500"/>
                  </a:lnTo>
                  <a:lnTo>
                    <a:pt x="3347009" y="2514600"/>
                  </a:lnTo>
                  <a:lnTo>
                    <a:pt x="3298572" y="2514600"/>
                  </a:lnTo>
                  <a:lnTo>
                    <a:pt x="3198652" y="2540000"/>
                  </a:lnTo>
                  <a:lnTo>
                    <a:pt x="3147171" y="2540000"/>
                  </a:lnTo>
                  <a:lnTo>
                    <a:pt x="3095191" y="2552700"/>
                  </a:lnTo>
                  <a:lnTo>
                    <a:pt x="2991319" y="2552700"/>
                  </a:lnTo>
                  <a:lnTo>
                    <a:pt x="2939427" y="2565400"/>
                  </a:lnTo>
                  <a:lnTo>
                    <a:pt x="2783930" y="2565400"/>
                  </a:lnTo>
                  <a:lnTo>
                    <a:pt x="2732158" y="2578100"/>
                  </a:lnTo>
                  <a:lnTo>
                    <a:pt x="5091802" y="2578100"/>
                  </a:lnTo>
                  <a:lnTo>
                    <a:pt x="5109132" y="2540000"/>
                  </a:lnTo>
                  <a:lnTo>
                    <a:pt x="5130917" y="2489200"/>
                  </a:lnTo>
                  <a:lnTo>
                    <a:pt x="5151382" y="2438400"/>
                  </a:lnTo>
                  <a:lnTo>
                    <a:pt x="5166372" y="2400300"/>
                  </a:lnTo>
                  <a:lnTo>
                    <a:pt x="5180220" y="2349500"/>
                  </a:lnTo>
                  <a:lnTo>
                    <a:pt x="5192926" y="2311400"/>
                  </a:lnTo>
                  <a:lnTo>
                    <a:pt x="5204492" y="2260600"/>
                  </a:lnTo>
                  <a:lnTo>
                    <a:pt x="5214916" y="2222500"/>
                  </a:lnTo>
                  <a:lnTo>
                    <a:pt x="5224199" y="2171700"/>
                  </a:lnTo>
                  <a:lnTo>
                    <a:pt x="5232341" y="2120900"/>
                  </a:lnTo>
                  <a:lnTo>
                    <a:pt x="5239343" y="2070100"/>
                  </a:lnTo>
                  <a:lnTo>
                    <a:pt x="5245205" y="2019300"/>
                  </a:lnTo>
                  <a:lnTo>
                    <a:pt x="5249926" y="1968500"/>
                  </a:lnTo>
                  <a:lnTo>
                    <a:pt x="5253507" y="1917700"/>
                  </a:lnTo>
                  <a:lnTo>
                    <a:pt x="5255948" y="1866900"/>
                  </a:lnTo>
                  <a:lnTo>
                    <a:pt x="5257249" y="1803400"/>
                  </a:lnTo>
                  <a:lnTo>
                    <a:pt x="5257410" y="1752600"/>
                  </a:lnTo>
                  <a:lnTo>
                    <a:pt x="5257281" y="1701800"/>
                  </a:lnTo>
                  <a:lnTo>
                    <a:pt x="5257249" y="1689100"/>
                  </a:lnTo>
                  <a:lnTo>
                    <a:pt x="5255948" y="1638300"/>
                  </a:lnTo>
                  <a:lnTo>
                    <a:pt x="5253507" y="1587500"/>
                  </a:lnTo>
                  <a:lnTo>
                    <a:pt x="5249926" y="1524000"/>
                  </a:lnTo>
                  <a:lnTo>
                    <a:pt x="5245205" y="1473200"/>
                  </a:lnTo>
                  <a:lnTo>
                    <a:pt x="5239343" y="1422400"/>
                  </a:lnTo>
                  <a:lnTo>
                    <a:pt x="5232341" y="1371600"/>
                  </a:lnTo>
                  <a:lnTo>
                    <a:pt x="5224199" y="1320800"/>
                  </a:lnTo>
                  <a:lnTo>
                    <a:pt x="5214916" y="1270000"/>
                  </a:lnTo>
                  <a:lnTo>
                    <a:pt x="5204492" y="1231900"/>
                  </a:lnTo>
                  <a:lnTo>
                    <a:pt x="5192926" y="1181100"/>
                  </a:lnTo>
                  <a:lnTo>
                    <a:pt x="5180220" y="1143000"/>
                  </a:lnTo>
                  <a:lnTo>
                    <a:pt x="5166372" y="1092200"/>
                  </a:lnTo>
                  <a:lnTo>
                    <a:pt x="5151382" y="1054100"/>
                  </a:lnTo>
                  <a:lnTo>
                    <a:pt x="5130917" y="1003300"/>
                  </a:lnTo>
                  <a:lnTo>
                    <a:pt x="5109132" y="952500"/>
                  </a:lnTo>
                  <a:lnTo>
                    <a:pt x="5097579" y="927100"/>
                  </a:lnTo>
                  <a:close/>
                </a:path>
                <a:path extrusionOk="0" h="3492500" w="5257800">
                  <a:moveTo>
                    <a:pt x="3763779" y="63500"/>
                  </a:moveTo>
                  <a:lnTo>
                    <a:pt x="1493668" y="63500"/>
                  </a:lnTo>
                  <a:lnTo>
                    <a:pt x="1395674" y="88900"/>
                  </a:lnTo>
                  <a:lnTo>
                    <a:pt x="1342910" y="101600"/>
                  </a:lnTo>
                  <a:lnTo>
                    <a:pt x="3914510" y="101600"/>
                  </a:lnTo>
                  <a:lnTo>
                    <a:pt x="3861735" y="88900"/>
                  </a:lnTo>
                  <a:lnTo>
                    <a:pt x="3763779" y="63500"/>
                  </a:lnTo>
                  <a:close/>
                </a:path>
                <a:path extrusionOk="0" h="3492500" w="5257800">
                  <a:moveTo>
                    <a:pt x="3614427" y="38100"/>
                  </a:moveTo>
                  <a:lnTo>
                    <a:pt x="1643224" y="38100"/>
                  </a:lnTo>
                  <a:lnTo>
                    <a:pt x="1543178" y="63500"/>
                  </a:lnTo>
                  <a:lnTo>
                    <a:pt x="3714318" y="63500"/>
                  </a:lnTo>
                  <a:lnTo>
                    <a:pt x="3614427" y="38100"/>
                  </a:lnTo>
                  <a:close/>
                </a:path>
                <a:path extrusionOk="0" h="3492500" w="5257800">
                  <a:moveTo>
                    <a:pt x="3513247" y="25400"/>
                  </a:moveTo>
                  <a:lnTo>
                    <a:pt x="1744641" y="25400"/>
                  </a:lnTo>
                  <a:lnTo>
                    <a:pt x="1693761" y="38100"/>
                  </a:lnTo>
                  <a:lnTo>
                    <a:pt x="3563998" y="38100"/>
                  </a:lnTo>
                  <a:lnTo>
                    <a:pt x="3513247" y="25400"/>
                  </a:lnTo>
                  <a:close/>
                </a:path>
                <a:path extrusionOk="0" h="3492500" w="5257800">
                  <a:moveTo>
                    <a:pt x="3359059" y="12700"/>
                  </a:moveTo>
                  <a:lnTo>
                    <a:pt x="1899344" y="12700"/>
                  </a:lnTo>
                  <a:lnTo>
                    <a:pt x="1847432" y="25400"/>
                  </a:lnTo>
                  <a:lnTo>
                    <a:pt x="3410777" y="25400"/>
                  </a:lnTo>
                  <a:lnTo>
                    <a:pt x="3359059" y="12700"/>
                  </a:lnTo>
                  <a:close/>
                </a:path>
                <a:path extrusionOk="0" h="3492500" w="5257800">
                  <a:moveTo>
                    <a:pt x="3097333" y="0"/>
                  </a:moveTo>
                  <a:lnTo>
                    <a:pt x="2161944" y="0"/>
                  </a:lnTo>
                  <a:lnTo>
                    <a:pt x="2109482" y="12700"/>
                  </a:lnTo>
                  <a:lnTo>
                    <a:pt x="3149710" y="12700"/>
                  </a:lnTo>
                  <a:lnTo>
                    <a:pt x="309733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5" name="Google Shape;75;p2"/>
            <p:cNvSpPr/>
            <p:nvPr/>
          </p:nvSpPr>
          <p:spPr>
            <a:xfrm>
              <a:off x="12863716" y="4017714"/>
              <a:ext cx="7240905" cy="3416300"/>
            </a:xfrm>
            <a:custGeom>
              <a:rect b="b" l="l" r="r" t="t"/>
              <a:pathLst>
                <a:path extrusionOk="0" h="3416300" w="7240905">
                  <a:moveTo>
                    <a:pt x="4583519" y="2468943"/>
                  </a:moveTo>
                  <a:lnTo>
                    <a:pt x="4582350" y="2420899"/>
                  </a:lnTo>
                  <a:lnTo>
                    <a:pt x="4578832" y="2373592"/>
                  </a:lnTo>
                  <a:lnTo>
                    <a:pt x="4572978" y="2326995"/>
                  </a:lnTo>
                  <a:lnTo>
                    <a:pt x="4564786" y="2281123"/>
                  </a:lnTo>
                  <a:lnTo>
                    <a:pt x="4554258" y="2235962"/>
                  </a:lnTo>
                  <a:lnTo>
                    <a:pt x="4541393" y="2191524"/>
                  </a:lnTo>
                  <a:lnTo>
                    <a:pt x="4523270" y="2139492"/>
                  </a:lnTo>
                  <a:lnTo>
                    <a:pt x="4511853" y="2111654"/>
                  </a:lnTo>
                  <a:lnTo>
                    <a:pt x="4502594" y="2089073"/>
                  </a:lnTo>
                  <a:lnTo>
                    <a:pt x="4479353" y="2040280"/>
                  </a:lnTo>
                  <a:lnTo>
                    <a:pt x="4453560" y="1993099"/>
                  </a:lnTo>
                  <a:lnTo>
                    <a:pt x="4425213" y="1947545"/>
                  </a:lnTo>
                  <a:lnTo>
                    <a:pt x="4394428" y="1903818"/>
                  </a:lnTo>
                  <a:lnTo>
                    <a:pt x="4361319" y="1862048"/>
                  </a:lnTo>
                  <a:lnTo>
                    <a:pt x="4325874" y="1822246"/>
                  </a:lnTo>
                  <a:lnTo>
                    <a:pt x="4288117" y="1784426"/>
                  </a:lnTo>
                  <a:lnTo>
                    <a:pt x="4248048" y="1748574"/>
                  </a:lnTo>
                  <a:lnTo>
                    <a:pt x="4205922" y="1714995"/>
                  </a:lnTo>
                  <a:lnTo>
                    <a:pt x="4162056" y="1683981"/>
                  </a:lnTo>
                  <a:lnTo>
                    <a:pt x="4116451" y="1655521"/>
                  </a:lnTo>
                  <a:lnTo>
                    <a:pt x="4069105" y="1629613"/>
                  </a:lnTo>
                  <a:lnTo>
                    <a:pt x="4020045" y="1606257"/>
                  </a:lnTo>
                  <a:lnTo>
                    <a:pt x="4051516" y="1574482"/>
                  </a:lnTo>
                  <a:lnTo>
                    <a:pt x="4082097" y="1540167"/>
                  </a:lnTo>
                  <a:lnTo>
                    <a:pt x="4111790" y="1503324"/>
                  </a:lnTo>
                  <a:lnTo>
                    <a:pt x="4140555" y="1463916"/>
                  </a:lnTo>
                  <a:lnTo>
                    <a:pt x="4167975" y="1422641"/>
                  </a:lnTo>
                  <a:lnTo>
                    <a:pt x="4193565" y="1380070"/>
                  </a:lnTo>
                  <a:lnTo>
                    <a:pt x="4217352" y="1336217"/>
                  </a:lnTo>
                  <a:lnTo>
                    <a:pt x="4228719" y="1312862"/>
                  </a:lnTo>
                  <a:lnTo>
                    <a:pt x="4239336" y="1291094"/>
                  </a:lnTo>
                  <a:lnTo>
                    <a:pt x="4259288" y="1245069"/>
                  </a:lnTo>
                  <a:lnTo>
                    <a:pt x="4277068" y="1198511"/>
                  </a:lnTo>
                  <a:lnTo>
                    <a:pt x="4292689" y="1151394"/>
                  </a:lnTo>
                  <a:lnTo>
                    <a:pt x="4306138" y="1103757"/>
                  </a:lnTo>
                  <a:lnTo>
                    <a:pt x="4316920" y="1055827"/>
                  </a:lnTo>
                  <a:lnTo>
                    <a:pt x="4324629" y="1007897"/>
                  </a:lnTo>
                  <a:lnTo>
                    <a:pt x="4329265" y="959967"/>
                  </a:lnTo>
                  <a:lnTo>
                    <a:pt x="4330814" y="912037"/>
                  </a:lnTo>
                  <a:lnTo>
                    <a:pt x="4329366" y="858596"/>
                  </a:lnTo>
                  <a:lnTo>
                    <a:pt x="4325112" y="807478"/>
                  </a:lnTo>
                  <a:lnTo>
                    <a:pt x="4325010" y="806170"/>
                  </a:lnTo>
                  <a:lnTo>
                    <a:pt x="4317746" y="754748"/>
                  </a:lnTo>
                  <a:lnTo>
                    <a:pt x="4307586" y="704329"/>
                  </a:lnTo>
                  <a:lnTo>
                    <a:pt x="4294517" y="654926"/>
                  </a:lnTo>
                  <a:lnTo>
                    <a:pt x="4278541" y="606526"/>
                  </a:lnTo>
                  <a:lnTo>
                    <a:pt x="4259669" y="559142"/>
                  </a:lnTo>
                  <a:lnTo>
                    <a:pt x="4238282" y="513118"/>
                  </a:lnTo>
                  <a:lnTo>
                    <a:pt x="4214838" y="468807"/>
                  </a:lnTo>
                  <a:lnTo>
                    <a:pt x="4189311" y="426212"/>
                  </a:lnTo>
                  <a:lnTo>
                    <a:pt x="4161726" y="385330"/>
                  </a:lnTo>
                  <a:lnTo>
                    <a:pt x="4132059" y="346163"/>
                  </a:lnTo>
                  <a:lnTo>
                    <a:pt x="4100322" y="308724"/>
                  </a:lnTo>
                  <a:lnTo>
                    <a:pt x="4066502" y="273011"/>
                  </a:lnTo>
                  <a:lnTo>
                    <a:pt x="4030789" y="239204"/>
                  </a:lnTo>
                  <a:lnTo>
                    <a:pt x="3993350" y="207454"/>
                  </a:lnTo>
                  <a:lnTo>
                    <a:pt x="3954195" y="177800"/>
                  </a:lnTo>
                  <a:lnTo>
                    <a:pt x="3913314" y="150202"/>
                  </a:lnTo>
                  <a:lnTo>
                    <a:pt x="3870731" y="124688"/>
                  </a:lnTo>
                  <a:lnTo>
                    <a:pt x="3826421" y="101244"/>
                  </a:lnTo>
                  <a:lnTo>
                    <a:pt x="3780409" y="79870"/>
                  </a:lnTo>
                  <a:lnTo>
                    <a:pt x="3733000" y="60998"/>
                  </a:lnTo>
                  <a:lnTo>
                    <a:pt x="3684600" y="45021"/>
                  </a:lnTo>
                  <a:lnTo>
                    <a:pt x="3635184" y="31953"/>
                  </a:lnTo>
                  <a:lnTo>
                    <a:pt x="3584765" y="21780"/>
                  </a:lnTo>
                  <a:lnTo>
                    <a:pt x="3533343" y="14516"/>
                  </a:lnTo>
                  <a:lnTo>
                    <a:pt x="3480917" y="10147"/>
                  </a:lnTo>
                  <a:lnTo>
                    <a:pt x="3427488" y="8699"/>
                  </a:lnTo>
                  <a:lnTo>
                    <a:pt x="3427488" y="2364359"/>
                  </a:lnTo>
                  <a:lnTo>
                    <a:pt x="3422853" y="2414740"/>
                  </a:lnTo>
                  <a:lnTo>
                    <a:pt x="3408972" y="2461310"/>
                  </a:lnTo>
                  <a:lnTo>
                    <a:pt x="3385820" y="2504059"/>
                  </a:lnTo>
                  <a:lnTo>
                    <a:pt x="3353409" y="2543010"/>
                  </a:lnTo>
                  <a:lnTo>
                    <a:pt x="3314471" y="2575407"/>
                  </a:lnTo>
                  <a:lnTo>
                    <a:pt x="3271723" y="2598559"/>
                  </a:lnTo>
                  <a:lnTo>
                    <a:pt x="3225152" y="2612440"/>
                  </a:lnTo>
                  <a:lnTo>
                    <a:pt x="3174771" y="2617063"/>
                  </a:lnTo>
                  <a:lnTo>
                    <a:pt x="1158951" y="2617063"/>
                  </a:lnTo>
                  <a:lnTo>
                    <a:pt x="1158951" y="2111654"/>
                  </a:lnTo>
                  <a:lnTo>
                    <a:pt x="3174771" y="2111654"/>
                  </a:lnTo>
                  <a:lnTo>
                    <a:pt x="3225152" y="2116277"/>
                  </a:lnTo>
                  <a:lnTo>
                    <a:pt x="3271723" y="2130171"/>
                  </a:lnTo>
                  <a:lnTo>
                    <a:pt x="3314471" y="2153323"/>
                  </a:lnTo>
                  <a:lnTo>
                    <a:pt x="3353409" y="2185746"/>
                  </a:lnTo>
                  <a:lnTo>
                    <a:pt x="3385820" y="2224671"/>
                  </a:lnTo>
                  <a:lnTo>
                    <a:pt x="3408972" y="2267420"/>
                  </a:lnTo>
                  <a:lnTo>
                    <a:pt x="3422853" y="2313990"/>
                  </a:lnTo>
                  <a:lnTo>
                    <a:pt x="3427488" y="2364359"/>
                  </a:lnTo>
                  <a:lnTo>
                    <a:pt x="3427488" y="8699"/>
                  </a:lnTo>
                  <a:lnTo>
                    <a:pt x="3267722" y="8699"/>
                  </a:lnTo>
                  <a:lnTo>
                    <a:pt x="3267722" y="1060183"/>
                  </a:lnTo>
                  <a:lnTo>
                    <a:pt x="3263087" y="1110551"/>
                  </a:lnTo>
                  <a:lnTo>
                    <a:pt x="3249206" y="1157109"/>
                  </a:lnTo>
                  <a:lnTo>
                    <a:pt x="3226066" y="1199870"/>
                  </a:lnTo>
                  <a:lnTo>
                    <a:pt x="3193656" y="1238808"/>
                  </a:lnTo>
                  <a:lnTo>
                    <a:pt x="3154718" y="1271206"/>
                  </a:lnTo>
                  <a:lnTo>
                    <a:pt x="3111970" y="1294358"/>
                  </a:lnTo>
                  <a:lnTo>
                    <a:pt x="3065399" y="1308239"/>
                  </a:lnTo>
                  <a:lnTo>
                    <a:pt x="3015018" y="1312862"/>
                  </a:lnTo>
                  <a:lnTo>
                    <a:pt x="1158951" y="1312862"/>
                  </a:lnTo>
                  <a:lnTo>
                    <a:pt x="1158951" y="807478"/>
                  </a:lnTo>
                  <a:lnTo>
                    <a:pt x="3015018" y="807478"/>
                  </a:lnTo>
                  <a:lnTo>
                    <a:pt x="3065399" y="812114"/>
                  </a:lnTo>
                  <a:lnTo>
                    <a:pt x="3111970" y="825995"/>
                  </a:lnTo>
                  <a:lnTo>
                    <a:pt x="3154718" y="849134"/>
                  </a:lnTo>
                  <a:lnTo>
                    <a:pt x="3193656" y="881545"/>
                  </a:lnTo>
                  <a:lnTo>
                    <a:pt x="3226066" y="920483"/>
                  </a:lnTo>
                  <a:lnTo>
                    <a:pt x="3249206" y="963244"/>
                  </a:lnTo>
                  <a:lnTo>
                    <a:pt x="3263087" y="1009802"/>
                  </a:lnTo>
                  <a:lnTo>
                    <a:pt x="3267722" y="1060183"/>
                  </a:lnTo>
                  <a:lnTo>
                    <a:pt x="3267722" y="8699"/>
                  </a:lnTo>
                  <a:lnTo>
                    <a:pt x="0" y="8699"/>
                  </a:lnTo>
                  <a:lnTo>
                    <a:pt x="0" y="3415855"/>
                  </a:lnTo>
                  <a:lnTo>
                    <a:pt x="607377" y="3415855"/>
                  </a:lnTo>
                  <a:lnTo>
                    <a:pt x="1589303" y="3413696"/>
                  </a:lnTo>
                  <a:lnTo>
                    <a:pt x="3642436" y="3412947"/>
                  </a:lnTo>
                  <a:lnTo>
                    <a:pt x="3697541" y="3411436"/>
                  </a:lnTo>
                  <a:lnTo>
                    <a:pt x="3751707" y="3406902"/>
                  </a:lnTo>
                  <a:lnTo>
                    <a:pt x="3804932" y="3399345"/>
                  </a:lnTo>
                  <a:lnTo>
                    <a:pt x="3857218" y="3388753"/>
                  </a:lnTo>
                  <a:lnTo>
                    <a:pt x="3908564" y="3375152"/>
                  </a:lnTo>
                  <a:lnTo>
                    <a:pt x="3958958" y="3358515"/>
                  </a:lnTo>
                  <a:lnTo>
                    <a:pt x="4008412" y="3338855"/>
                  </a:lnTo>
                  <a:lnTo>
                    <a:pt x="4056469" y="3316617"/>
                  </a:lnTo>
                  <a:lnTo>
                    <a:pt x="4102760" y="3292170"/>
                  </a:lnTo>
                  <a:lnTo>
                    <a:pt x="4147274" y="3265525"/>
                  </a:lnTo>
                  <a:lnTo>
                    <a:pt x="4190009" y="3236696"/>
                  </a:lnTo>
                  <a:lnTo>
                    <a:pt x="4230979" y="3205657"/>
                  </a:lnTo>
                  <a:lnTo>
                    <a:pt x="4270159" y="3172434"/>
                  </a:lnTo>
                  <a:lnTo>
                    <a:pt x="4307586" y="3137014"/>
                  </a:lnTo>
                  <a:lnTo>
                    <a:pt x="4342993" y="3099574"/>
                  </a:lnTo>
                  <a:lnTo>
                    <a:pt x="4376217" y="3060306"/>
                  </a:lnTo>
                  <a:lnTo>
                    <a:pt x="4407255" y="3019196"/>
                  </a:lnTo>
                  <a:lnTo>
                    <a:pt x="4436097" y="2976245"/>
                  </a:lnTo>
                  <a:lnTo>
                    <a:pt x="4462742" y="2931464"/>
                  </a:lnTo>
                  <a:lnTo>
                    <a:pt x="4487202" y="2884830"/>
                  </a:lnTo>
                  <a:lnTo>
                    <a:pt x="4509465" y="2836367"/>
                  </a:lnTo>
                  <a:lnTo>
                    <a:pt x="4529112" y="2786545"/>
                  </a:lnTo>
                  <a:lnTo>
                    <a:pt x="4545736" y="2735846"/>
                  </a:lnTo>
                  <a:lnTo>
                    <a:pt x="4559338" y="2684246"/>
                  </a:lnTo>
                  <a:lnTo>
                    <a:pt x="4569917" y="2631757"/>
                  </a:lnTo>
                  <a:lnTo>
                    <a:pt x="4577473" y="2578379"/>
                  </a:lnTo>
                  <a:lnTo>
                    <a:pt x="4582007" y="2524112"/>
                  </a:lnTo>
                  <a:lnTo>
                    <a:pt x="4583519" y="2468943"/>
                  </a:lnTo>
                  <a:close/>
                </a:path>
                <a:path extrusionOk="0" h="3416300" w="7240905">
                  <a:moveTo>
                    <a:pt x="7240371" y="0"/>
                  </a:moveTo>
                  <a:lnTo>
                    <a:pt x="6814312" y="0"/>
                  </a:lnTo>
                  <a:lnTo>
                    <a:pt x="4609681" y="3407143"/>
                  </a:lnTo>
                  <a:lnTo>
                    <a:pt x="5928398" y="3407143"/>
                  </a:lnTo>
                  <a:lnTo>
                    <a:pt x="6262433" y="2901721"/>
                  </a:lnTo>
                  <a:lnTo>
                    <a:pt x="7240371" y="2901721"/>
                  </a:lnTo>
                  <a:lnTo>
                    <a:pt x="7240371" y="1989670"/>
                  </a:lnTo>
                  <a:lnTo>
                    <a:pt x="6863664" y="1989670"/>
                  </a:lnTo>
                  <a:lnTo>
                    <a:pt x="7240371" y="1420634"/>
                  </a:lnTo>
                  <a:lnTo>
                    <a:pt x="724037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6" name="Google Shape;76;p2"/>
            <p:cNvSpPr/>
            <p:nvPr/>
          </p:nvSpPr>
          <p:spPr>
            <a:xfrm>
              <a:off x="0" y="7909249"/>
              <a:ext cx="4439285" cy="3399790"/>
            </a:xfrm>
            <a:custGeom>
              <a:rect b="b" l="l" r="r" t="t"/>
              <a:pathLst>
                <a:path extrusionOk="0" h="3399790" w="4439285">
                  <a:moveTo>
                    <a:pt x="4439183" y="2158149"/>
                  </a:moveTo>
                  <a:lnTo>
                    <a:pt x="3280245" y="2158149"/>
                  </a:lnTo>
                  <a:lnTo>
                    <a:pt x="3280245" y="3399307"/>
                  </a:lnTo>
                  <a:lnTo>
                    <a:pt x="4439183" y="3399307"/>
                  </a:lnTo>
                  <a:lnTo>
                    <a:pt x="4439183" y="2158149"/>
                  </a:lnTo>
                  <a:close/>
                </a:path>
                <a:path extrusionOk="0" h="3399790" w="4439285">
                  <a:moveTo>
                    <a:pt x="4439183" y="0"/>
                  </a:moveTo>
                  <a:lnTo>
                    <a:pt x="3280245" y="0"/>
                  </a:lnTo>
                  <a:lnTo>
                    <a:pt x="3280245" y="1245870"/>
                  </a:lnTo>
                  <a:lnTo>
                    <a:pt x="715454" y="1245870"/>
                  </a:lnTo>
                  <a:lnTo>
                    <a:pt x="715454" y="0"/>
                  </a:lnTo>
                  <a:lnTo>
                    <a:pt x="0" y="0"/>
                  </a:lnTo>
                  <a:lnTo>
                    <a:pt x="0" y="1245870"/>
                  </a:lnTo>
                  <a:lnTo>
                    <a:pt x="0" y="2157730"/>
                  </a:lnTo>
                  <a:lnTo>
                    <a:pt x="0" y="3399777"/>
                  </a:lnTo>
                  <a:lnTo>
                    <a:pt x="715454" y="3399777"/>
                  </a:lnTo>
                  <a:lnTo>
                    <a:pt x="715454" y="2157730"/>
                  </a:lnTo>
                  <a:lnTo>
                    <a:pt x="4439183" y="2157730"/>
                  </a:lnTo>
                  <a:lnTo>
                    <a:pt x="4439183" y="1246073"/>
                  </a:lnTo>
                  <a:lnTo>
                    <a:pt x="4439183" y="1245870"/>
                  </a:lnTo>
                  <a:lnTo>
                    <a:pt x="443918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7" name="Google Shape;77;p2"/>
            <p:cNvSpPr/>
            <p:nvPr/>
          </p:nvSpPr>
          <p:spPr>
            <a:xfrm>
              <a:off x="4772507" y="7865674"/>
              <a:ext cx="10358755" cy="3442970"/>
            </a:xfrm>
            <a:custGeom>
              <a:rect b="b" l="l" r="r" t="t"/>
              <a:pathLst>
                <a:path extrusionOk="0" h="3442970" w="10358755">
                  <a:moveTo>
                    <a:pt x="5874651" y="3442881"/>
                  </a:moveTo>
                  <a:lnTo>
                    <a:pt x="5553888" y="2948228"/>
                  </a:lnTo>
                  <a:lnTo>
                    <a:pt x="4962436" y="2036152"/>
                  </a:lnTo>
                  <a:lnTo>
                    <a:pt x="4288129" y="996289"/>
                  </a:lnTo>
                  <a:lnTo>
                    <a:pt x="3672205" y="46469"/>
                  </a:lnTo>
                  <a:lnTo>
                    <a:pt x="3622852" y="46469"/>
                  </a:lnTo>
                  <a:lnTo>
                    <a:pt x="3622852" y="2036152"/>
                  </a:lnTo>
                  <a:lnTo>
                    <a:pt x="2248928" y="2036152"/>
                  </a:lnTo>
                  <a:lnTo>
                    <a:pt x="2937332" y="996289"/>
                  </a:lnTo>
                  <a:lnTo>
                    <a:pt x="3622852" y="2036152"/>
                  </a:lnTo>
                  <a:lnTo>
                    <a:pt x="3622852" y="46469"/>
                  </a:lnTo>
                  <a:lnTo>
                    <a:pt x="2199563" y="46469"/>
                  </a:lnTo>
                  <a:lnTo>
                    <a:pt x="0" y="3442881"/>
                  </a:lnTo>
                  <a:lnTo>
                    <a:pt x="1318856" y="3442881"/>
                  </a:lnTo>
                  <a:lnTo>
                    <a:pt x="1647685" y="2948228"/>
                  </a:lnTo>
                  <a:lnTo>
                    <a:pt x="4227004" y="2948228"/>
                  </a:lnTo>
                  <a:lnTo>
                    <a:pt x="4555833" y="3442881"/>
                  </a:lnTo>
                  <a:lnTo>
                    <a:pt x="5874651" y="3442881"/>
                  </a:lnTo>
                  <a:close/>
                </a:path>
                <a:path extrusionOk="0" h="3442970" w="10358755">
                  <a:moveTo>
                    <a:pt x="10358704" y="249796"/>
                  </a:moveTo>
                  <a:lnTo>
                    <a:pt x="10307574" y="235280"/>
                  </a:lnTo>
                  <a:lnTo>
                    <a:pt x="10256622" y="221297"/>
                  </a:lnTo>
                  <a:lnTo>
                    <a:pt x="10205872" y="207835"/>
                  </a:lnTo>
                  <a:lnTo>
                    <a:pt x="10155326" y="194906"/>
                  </a:lnTo>
                  <a:lnTo>
                    <a:pt x="10104958" y="182499"/>
                  </a:lnTo>
                  <a:lnTo>
                    <a:pt x="10054793" y="170611"/>
                  </a:lnTo>
                  <a:lnTo>
                    <a:pt x="10004819" y="159258"/>
                  </a:lnTo>
                  <a:lnTo>
                    <a:pt x="9955035" y="148424"/>
                  </a:lnTo>
                  <a:lnTo>
                    <a:pt x="9905441" y="138125"/>
                  </a:lnTo>
                  <a:lnTo>
                    <a:pt x="9856038" y="128346"/>
                  </a:lnTo>
                  <a:lnTo>
                    <a:pt x="9806826" y="119087"/>
                  </a:lnTo>
                  <a:lnTo>
                    <a:pt x="9757702" y="110299"/>
                  </a:lnTo>
                  <a:lnTo>
                    <a:pt x="9708591" y="101904"/>
                  </a:lnTo>
                  <a:lnTo>
                    <a:pt x="9659480" y="93891"/>
                  </a:lnTo>
                  <a:lnTo>
                    <a:pt x="9610357" y="86258"/>
                  </a:lnTo>
                  <a:lnTo>
                    <a:pt x="9561246" y="79006"/>
                  </a:lnTo>
                  <a:lnTo>
                    <a:pt x="9512122" y="72136"/>
                  </a:lnTo>
                  <a:lnTo>
                    <a:pt x="9463011" y="65659"/>
                  </a:lnTo>
                  <a:lnTo>
                    <a:pt x="9413888" y="59563"/>
                  </a:lnTo>
                  <a:lnTo>
                    <a:pt x="9364777" y="53848"/>
                  </a:lnTo>
                  <a:lnTo>
                    <a:pt x="9315653" y="48514"/>
                  </a:lnTo>
                  <a:lnTo>
                    <a:pt x="9266542" y="43573"/>
                  </a:lnTo>
                  <a:lnTo>
                    <a:pt x="9217393" y="38963"/>
                  </a:lnTo>
                  <a:lnTo>
                    <a:pt x="9168181" y="34632"/>
                  </a:lnTo>
                  <a:lnTo>
                    <a:pt x="9118892" y="30607"/>
                  </a:lnTo>
                  <a:lnTo>
                    <a:pt x="9069527" y="26860"/>
                  </a:lnTo>
                  <a:lnTo>
                    <a:pt x="9020086" y="23406"/>
                  </a:lnTo>
                  <a:lnTo>
                    <a:pt x="8970569" y="20231"/>
                  </a:lnTo>
                  <a:lnTo>
                    <a:pt x="8920988" y="17348"/>
                  </a:lnTo>
                  <a:lnTo>
                    <a:pt x="8871331" y="14757"/>
                  </a:lnTo>
                  <a:lnTo>
                    <a:pt x="8821598" y="12458"/>
                  </a:lnTo>
                  <a:lnTo>
                    <a:pt x="8771788" y="10439"/>
                  </a:lnTo>
                  <a:lnTo>
                    <a:pt x="8721915" y="8712"/>
                  </a:lnTo>
                  <a:lnTo>
                    <a:pt x="8671903" y="7200"/>
                  </a:lnTo>
                  <a:lnTo>
                    <a:pt x="8571230" y="4610"/>
                  </a:lnTo>
                  <a:lnTo>
                    <a:pt x="8469693" y="2590"/>
                  </a:lnTo>
                  <a:lnTo>
                    <a:pt x="8367281" y="1155"/>
                  </a:lnTo>
                  <a:lnTo>
                    <a:pt x="8264017" y="292"/>
                  </a:lnTo>
                  <a:lnTo>
                    <a:pt x="8159877" y="0"/>
                  </a:lnTo>
                  <a:lnTo>
                    <a:pt x="8110487" y="165"/>
                  </a:lnTo>
                  <a:lnTo>
                    <a:pt x="8061045" y="647"/>
                  </a:lnTo>
                  <a:lnTo>
                    <a:pt x="8011554" y="1460"/>
                  </a:lnTo>
                  <a:lnTo>
                    <a:pt x="7962036" y="2590"/>
                  </a:lnTo>
                  <a:lnTo>
                    <a:pt x="7912468" y="4038"/>
                  </a:lnTo>
                  <a:lnTo>
                    <a:pt x="7862862" y="5816"/>
                  </a:lnTo>
                  <a:lnTo>
                    <a:pt x="7813230" y="7912"/>
                  </a:lnTo>
                  <a:lnTo>
                    <a:pt x="7763548" y="10325"/>
                  </a:lnTo>
                  <a:lnTo>
                    <a:pt x="7713827" y="13068"/>
                  </a:lnTo>
                  <a:lnTo>
                    <a:pt x="7664069" y="16141"/>
                  </a:lnTo>
                  <a:lnTo>
                    <a:pt x="7614272" y="19532"/>
                  </a:lnTo>
                  <a:lnTo>
                    <a:pt x="7564437" y="23241"/>
                  </a:lnTo>
                  <a:lnTo>
                    <a:pt x="7510259" y="27838"/>
                  </a:lnTo>
                  <a:lnTo>
                    <a:pt x="7456551" y="33185"/>
                  </a:lnTo>
                  <a:lnTo>
                    <a:pt x="7403287" y="39281"/>
                  </a:lnTo>
                  <a:lnTo>
                    <a:pt x="7350480" y="46113"/>
                  </a:lnTo>
                  <a:lnTo>
                    <a:pt x="7298144" y="53682"/>
                  </a:lnTo>
                  <a:lnTo>
                    <a:pt x="7246252" y="62001"/>
                  </a:lnTo>
                  <a:lnTo>
                    <a:pt x="7194817" y="71056"/>
                  </a:lnTo>
                  <a:lnTo>
                    <a:pt x="7143851" y="80860"/>
                  </a:lnTo>
                  <a:lnTo>
                    <a:pt x="7093331" y="91414"/>
                  </a:lnTo>
                  <a:lnTo>
                    <a:pt x="7043267" y="102704"/>
                  </a:lnTo>
                  <a:lnTo>
                    <a:pt x="6993649" y="114744"/>
                  </a:lnTo>
                  <a:lnTo>
                    <a:pt x="6944563" y="127584"/>
                  </a:lnTo>
                  <a:lnTo>
                    <a:pt x="6896036" y="141287"/>
                  </a:lnTo>
                  <a:lnTo>
                    <a:pt x="6848107" y="155867"/>
                  </a:lnTo>
                  <a:lnTo>
                    <a:pt x="6800736" y="171297"/>
                  </a:lnTo>
                  <a:lnTo>
                    <a:pt x="6753961" y="187604"/>
                  </a:lnTo>
                  <a:lnTo>
                    <a:pt x="6707746" y="204774"/>
                  </a:lnTo>
                  <a:lnTo>
                    <a:pt x="6662115" y="222796"/>
                  </a:lnTo>
                  <a:lnTo>
                    <a:pt x="6617055" y="241693"/>
                  </a:lnTo>
                  <a:lnTo>
                    <a:pt x="6572580" y="261442"/>
                  </a:lnTo>
                  <a:lnTo>
                    <a:pt x="6528676" y="282067"/>
                  </a:lnTo>
                  <a:lnTo>
                    <a:pt x="6485344" y="303542"/>
                  </a:lnTo>
                  <a:lnTo>
                    <a:pt x="6438633" y="328396"/>
                  </a:lnTo>
                  <a:lnTo>
                    <a:pt x="6393205" y="354723"/>
                  </a:lnTo>
                  <a:lnTo>
                    <a:pt x="6349047" y="382536"/>
                  </a:lnTo>
                  <a:lnTo>
                    <a:pt x="6306172" y="411835"/>
                  </a:lnTo>
                  <a:lnTo>
                    <a:pt x="6264580" y="442607"/>
                  </a:lnTo>
                  <a:lnTo>
                    <a:pt x="6224270" y="474865"/>
                  </a:lnTo>
                  <a:lnTo>
                    <a:pt x="6185230" y="508596"/>
                  </a:lnTo>
                  <a:lnTo>
                    <a:pt x="6147473" y="543814"/>
                  </a:lnTo>
                  <a:lnTo>
                    <a:pt x="6110998" y="580517"/>
                  </a:lnTo>
                  <a:lnTo>
                    <a:pt x="6075794" y="618680"/>
                  </a:lnTo>
                  <a:lnTo>
                    <a:pt x="6044984" y="654761"/>
                  </a:lnTo>
                  <a:lnTo>
                    <a:pt x="6015393" y="692200"/>
                  </a:lnTo>
                  <a:lnTo>
                    <a:pt x="5987034" y="730999"/>
                  </a:lnTo>
                  <a:lnTo>
                    <a:pt x="5959894" y="771182"/>
                  </a:lnTo>
                  <a:lnTo>
                    <a:pt x="5933986" y="812723"/>
                  </a:lnTo>
                  <a:lnTo>
                    <a:pt x="5909284" y="855637"/>
                  </a:lnTo>
                  <a:lnTo>
                    <a:pt x="5885827" y="899922"/>
                  </a:lnTo>
                  <a:lnTo>
                    <a:pt x="5863590" y="945565"/>
                  </a:lnTo>
                  <a:lnTo>
                    <a:pt x="5842571" y="992568"/>
                  </a:lnTo>
                  <a:lnTo>
                    <a:pt x="5822785" y="1040955"/>
                  </a:lnTo>
                  <a:lnTo>
                    <a:pt x="5804230" y="1090688"/>
                  </a:lnTo>
                  <a:lnTo>
                    <a:pt x="5789612" y="1133983"/>
                  </a:lnTo>
                  <a:lnTo>
                    <a:pt x="5776163" y="1178496"/>
                  </a:lnTo>
                  <a:lnTo>
                    <a:pt x="5763895" y="1224216"/>
                  </a:lnTo>
                  <a:lnTo>
                    <a:pt x="5752782" y="1271168"/>
                  </a:lnTo>
                  <a:lnTo>
                    <a:pt x="5742851" y="1319339"/>
                  </a:lnTo>
                  <a:lnTo>
                    <a:pt x="5734088" y="1368729"/>
                  </a:lnTo>
                  <a:lnTo>
                    <a:pt x="5726493" y="1419339"/>
                  </a:lnTo>
                  <a:lnTo>
                    <a:pt x="5720054" y="1471155"/>
                  </a:lnTo>
                  <a:lnTo>
                    <a:pt x="5714797" y="1524215"/>
                  </a:lnTo>
                  <a:lnTo>
                    <a:pt x="5710707" y="1578483"/>
                  </a:lnTo>
                  <a:lnTo>
                    <a:pt x="5707786" y="1633969"/>
                  </a:lnTo>
                  <a:lnTo>
                    <a:pt x="5706034" y="1690674"/>
                  </a:lnTo>
                  <a:lnTo>
                    <a:pt x="5705449" y="1748612"/>
                  </a:lnTo>
                  <a:lnTo>
                    <a:pt x="5706034" y="1808988"/>
                  </a:lnTo>
                  <a:lnTo>
                    <a:pt x="5707748" y="1865287"/>
                  </a:lnTo>
                  <a:lnTo>
                    <a:pt x="5710631" y="1920367"/>
                  </a:lnTo>
                  <a:lnTo>
                    <a:pt x="5714657" y="1974253"/>
                  </a:lnTo>
                  <a:lnTo>
                    <a:pt x="5719838" y="2026932"/>
                  </a:lnTo>
                  <a:lnTo>
                    <a:pt x="5726163" y="2078418"/>
                  </a:lnTo>
                  <a:lnTo>
                    <a:pt x="5733643" y="2128685"/>
                  </a:lnTo>
                  <a:lnTo>
                    <a:pt x="5742279" y="2177758"/>
                  </a:lnTo>
                  <a:lnTo>
                    <a:pt x="5752071" y="2225624"/>
                  </a:lnTo>
                  <a:lnTo>
                    <a:pt x="5763006" y="2272284"/>
                  </a:lnTo>
                  <a:lnTo>
                    <a:pt x="5775109" y="2317737"/>
                  </a:lnTo>
                  <a:lnTo>
                    <a:pt x="5788355" y="2361996"/>
                  </a:lnTo>
                  <a:lnTo>
                    <a:pt x="5802744" y="2405049"/>
                  </a:lnTo>
                  <a:lnTo>
                    <a:pt x="5821070" y="2454554"/>
                  </a:lnTo>
                  <a:lnTo>
                    <a:pt x="5840628" y="2502712"/>
                  </a:lnTo>
                  <a:lnTo>
                    <a:pt x="5861443" y="2549525"/>
                  </a:lnTo>
                  <a:lnTo>
                    <a:pt x="5883503" y="2594991"/>
                  </a:lnTo>
                  <a:lnTo>
                    <a:pt x="5906821" y="2639110"/>
                  </a:lnTo>
                  <a:lnTo>
                    <a:pt x="5931370" y="2681897"/>
                  </a:lnTo>
                  <a:lnTo>
                    <a:pt x="5957176" y="2723324"/>
                  </a:lnTo>
                  <a:lnTo>
                    <a:pt x="5984240" y="2763418"/>
                  </a:lnTo>
                  <a:lnTo>
                    <a:pt x="6012548" y="2802166"/>
                  </a:lnTo>
                  <a:lnTo>
                    <a:pt x="6042101" y="2839555"/>
                  </a:lnTo>
                  <a:lnTo>
                    <a:pt x="6072911" y="2875610"/>
                  </a:lnTo>
                  <a:lnTo>
                    <a:pt x="6108065" y="2913799"/>
                  </a:lnTo>
                  <a:lnTo>
                    <a:pt x="6144450" y="2950502"/>
                  </a:lnTo>
                  <a:lnTo>
                    <a:pt x="6182068" y="2985719"/>
                  </a:lnTo>
                  <a:lnTo>
                    <a:pt x="6220892" y="3019450"/>
                  </a:lnTo>
                  <a:lnTo>
                    <a:pt x="6260947" y="3051708"/>
                  </a:lnTo>
                  <a:lnTo>
                    <a:pt x="6302235" y="3082480"/>
                  </a:lnTo>
                  <a:lnTo>
                    <a:pt x="6344729" y="3111779"/>
                  </a:lnTo>
                  <a:lnTo>
                    <a:pt x="6388455" y="3139592"/>
                  </a:lnTo>
                  <a:lnTo>
                    <a:pt x="6433401" y="3165906"/>
                  </a:lnTo>
                  <a:lnTo>
                    <a:pt x="6479553" y="3190748"/>
                  </a:lnTo>
                  <a:lnTo>
                    <a:pt x="6522364" y="3212249"/>
                  </a:lnTo>
                  <a:lnTo>
                    <a:pt x="6565760" y="3232874"/>
                  </a:lnTo>
                  <a:lnTo>
                    <a:pt x="6609778" y="3252635"/>
                  </a:lnTo>
                  <a:lnTo>
                    <a:pt x="6654381" y="3271520"/>
                  </a:lnTo>
                  <a:lnTo>
                    <a:pt x="6699605" y="3289554"/>
                  </a:lnTo>
                  <a:lnTo>
                    <a:pt x="6745414" y="3306724"/>
                  </a:lnTo>
                  <a:lnTo>
                    <a:pt x="6791833" y="3323018"/>
                  </a:lnTo>
                  <a:lnTo>
                    <a:pt x="6838848" y="3338449"/>
                  </a:lnTo>
                  <a:lnTo>
                    <a:pt x="6886461" y="3353016"/>
                  </a:lnTo>
                  <a:lnTo>
                    <a:pt x="6934682" y="3366719"/>
                  </a:lnTo>
                  <a:lnTo>
                    <a:pt x="6983501" y="3379559"/>
                  </a:lnTo>
                  <a:lnTo>
                    <a:pt x="7032828" y="3391611"/>
                  </a:lnTo>
                  <a:lnTo>
                    <a:pt x="7082599" y="3402939"/>
                  </a:lnTo>
                  <a:lnTo>
                    <a:pt x="7132790" y="3413556"/>
                  </a:lnTo>
                  <a:lnTo>
                    <a:pt x="7183425" y="3423437"/>
                  </a:lnTo>
                  <a:lnTo>
                    <a:pt x="7234479" y="3432606"/>
                  </a:lnTo>
                  <a:lnTo>
                    <a:pt x="7285977" y="3441052"/>
                  </a:lnTo>
                  <a:lnTo>
                    <a:pt x="7298283" y="3442881"/>
                  </a:lnTo>
                  <a:lnTo>
                    <a:pt x="9392399" y="3442881"/>
                  </a:lnTo>
                  <a:lnTo>
                    <a:pt x="9463862" y="3434169"/>
                  </a:lnTo>
                  <a:lnTo>
                    <a:pt x="9514446" y="3427438"/>
                  </a:lnTo>
                  <a:lnTo>
                    <a:pt x="9564916" y="3420275"/>
                  </a:lnTo>
                  <a:lnTo>
                    <a:pt x="9615284" y="3412693"/>
                  </a:lnTo>
                  <a:lnTo>
                    <a:pt x="9665551" y="3404666"/>
                  </a:lnTo>
                  <a:lnTo>
                    <a:pt x="9715729" y="3396221"/>
                  </a:lnTo>
                  <a:lnTo>
                    <a:pt x="9765792" y="3387344"/>
                  </a:lnTo>
                  <a:lnTo>
                    <a:pt x="9815766" y="3378047"/>
                  </a:lnTo>
                  <a:lnTo>
                    <a:pt x="9865627" y="3368306"/>
                  </a:lnTo>
                  <a:lnTo>
                    <a:pt x="9915398" y="3358146"/>
                  </a:lnTo>
                  <a:lnTo>
                    <a:pt x="9965055" y="3347555"/>
                  </a:lnTo>
                  <a:lnTo>
                    <a:pt x="10014623" y="3336544"/>
                  </a:lnTo>
                  <a:lnTo>
                    <a:pt x="10064077" y="3325088"/>
                  </a:lnTo>
                  <a:lnTo>
                    <a:pt x="10113442" y="3313214"/>
                  </a:lnTo>
                  <a:lnTo>
                    <a:pt x="10162692" y="3300907"/>
                  </a:lnTo>
                  <a:lnTo>
                    <a:pt x="10211854" y="3288182"/>
                  </a:lnTo>
                  <a:lnTo>
                    <a:pt x="10260901" y="3275012"/>
                  </a:lnTo>
                  <a:lnTo>
                    <a:pt x="10309860" y="3261423"/>
                  </a:lnTo>
                  <a:lnTo>
                    <a:pt x="10358704" y="3247402"/>
                  </a:lnTo>
                  <a:lnTo>
                    <a:pt x="10358704" y="2341130"/>
                  </a:lnTo>
                  <a:lnTo>
                    <a:pt x="10310063" y="2355812"/>
                  </a:lnTo>
                  <a:lnTo>
                    <a:pt x="10260406" y="2369947"/>
                  </a:lnTo>
                  <a:lnTo>
                    <a:pt x="10209759" y="2383561"/>
                  </a:lnTo>
                  <a:lnTo>
                    <a:pt x="10158095" y="2396629"/>
                  </a:lnTo>
                  <a:lnTo>
                    <a:pt x="10105428" y="2409164"/>
                  </a:lnTo>
                  <a:lnTo>
                    <a:pt x="10051745" y="2421178"/>
                  </a:lnTo>
                  <a:lnTo>
                    <a:pt x="9997072" y="2432647"/>
                  </a:lnTo>
                  <a:lnTo>
                    <a:pt x="9948723" y="2442222"/>
                  </a:lnTo>
                  <a:lnTo>
                    <a:pt x="9900298" y="2451341"/>
                  </a:lnTo>
                  <a:lnTo>
                    <a:pt x="9851771" y="2460015"/>
                  </a:lnTo>
                  <a:lnTo>
                    <a:pt x="9803168" y="2468232"/>
                  </a:lnTo>
                  <a:lnTo>
                    <a:pt x="9754476" y="2475992"/>
                  </a:lnTo>
                  <a:lnTo>
                    <a:pt x="9705683" y="2483307"/>
                  </a:lnTo>
                  <a:lnTo>
                    <a:pt x="9656801" y="2490152"/>
                  </a:lnTo>
                  <a:lnTo>
                    <a:pt x="9607842" y="2496553"/>
                  </a:lnTo>
                  <a:lnTo>
                    <a:pt x="9558960" y="2502560"/>
                  </a:lnTo>
                  <a:lnTo>
                    <a:pt x="9510357" y="2508262"/>
                  </a:lnTo>
                  <a:lnTo>
                    <a:pt x="9462021" y="2513634"/>
                  </a:lnTo>
                  <a:lnTo>
                    <a:pt x="9413964" y="2518702"/>
                  </a:lnTo>
                  <a:lnTo>
                    <a:pt x="9366174" y="2523439"/>
                  </a:lnTo>
                  <a:lnTo>
                    <a:pt x="9318663" y="2527858"/>
                  </a:lnTo>
                  <a:lnTo>
                    <a:pt x="9271419" y="2531973"/>
                  </a:lnTo>
                  <a:lnTo>
                    <a:pt x="9224442" y="2535758"/>
                  </a:lnTo>
                  <a:lnTo>
                    <a:pt x="9171445" y="2539796"/>
                  </a:lnTo>
                  <a:lnTo>
                    <a:pt x="9068651" y="2547137"/>
                  </a:lnTo>
                  <a:lnTo>
                    <a:pt x="8970137" y="2553538"/>
                  </a:lnTo>
                  <a:lnTo>
                    <a:pt x="8875890" y="2558999"/>
                  </a:lnTo>
                  <a:lnTo>
                    <a:pt x="8823160" y="2561691"/>
                  </a:lnTo>
                  <a:lnTo>
                    <a:pt x="8772449" y="2564003"/>
                  </a:lnTo>
                  <a:lnTo>
                    <a:pt x="8723744" y="2565895"/>
                  </a:lnTo>
                  <a:lnTo>
                    <a:pt x="8677059" y="2567394"/>
                  </a:lnTo>
                  <a:lnTo>
                    <a:pt x="8632406" y="2568486"/>
                  </a:lnTo>
                  <a:lnTo>
                    <a:pt x="8589759" y="2569172"/>
                  </a:lnTo>
                  <a:lnTo>
                    <a:pt x="8479384" y="2570264"/>
                  </a:lnTo>
                  <a:lnTo>
                    <a:pt x="8398078" y="2570619"/>
                  </a:lnTo>
                  <a:lnTo>
                    <a:pt x="8348993" y="2570416"/>
                  </a:lnTo>
                  <a:lnTo>
                    <a:pt x="8298637" y="2569807"/>
                  </a:lnTo>
                  <a:lnTo>
                    <a:pt x="8246999" y="2568803"/>
                  </a:lnTo>
                  <a:lnTo>
                    <a:pt x="8194078" y="2567394"/>
                  </a:lnTo>
                  <a:lnTo>
                    <a:pt x="8139862" y="2565577"/>
                  </a:lnTo>
                  <a:lnTo>
                    <a:pt x="8084375" y="2563355"/>
                  </a:lnTo>
                  <a:lnTo>
                    <a:pt x="8036230" y="2560904"/>
                  </a:lnTo>
                  <a:lnTo>
                    <a:pt x="7988097" y="2557678"/>
                  </a:lnTo>
                  <a:lnTo>
                    <a:pt x="7939951" y="2553678"/>
                  </a:lnTo>
                  <a:lnTo>
                    <a:pt x="7891818" y="2548902"/>
                  </a:lnTo>
                  <a:lnTo>
                    <a:pt x="7843672" y="2543352"/>
                  </a:lnTo>
                  <a:lnTo>
                    <a:pt x="7795539" y="2537041"/>
                  </a:lnTo>
                  <a:lnTo>
                    <a:pt x="7747406" y="2529941"/>
                  </a:lnTo>
                  <a:lnTo>
                    <a:pt x="7699515" y="2521940"/>
                  </a:lnTo>
                  <a:lnTo>
                    <a:pt x="7652093" y="2512872"/>
                  </a:lnTo>
                  <a:lnTo>
                    <a:pt x="7605141" y="2502738"/>
                  </a:lnTo>
                  <a:lnTo>
                    <a:pt x="7558672" y="2491536"/>
                  </a:lnTo>
                  <a:lnTo>
                    <a:pt x="7512672" y="2479256"/>
                  </a:lnTo>
                  <a:lnTo>
                    <a:pt x="7467143" y="2465921"/>
                  </a:lnTo>
                  <a:lnTo>
                    <a:pt x="7422096" y="2451506"/>
                  </a:lnTo>
                  <a:lnTo>
                    <a:pt x="7370788" y="2433002"/>
                  </a:lnTo>
                  <a:lnTo>
                    <a:pt x="7321410" y="2412314"/>
                  </a:lnTo>
                  <a:lnTo>
                    <a:pt x="7273963" y="2389441"/>
                  </a:lnTo>
                  <a:lnTo>
                    <a:pt x="7228459" y="2364384"/>
                  </a:lnTo>
                  <a:lnTo>
                    <a:pt x="7184885" y="2337155"/>
                  </a:lnTo>
                  <a:lnTo>
                    <a:pt x="7143255" y="2307755"/>
                  </a:lnTo>
                  <a:lnTo>
                    <a:pt x="7103923" y="2276005"/>
                  </a:lnTo>
                  <a:lnTo>
                    <a:pt x="7067258" y="2241753"/>
                  </a:lnTo>
                  <a:lnTo>
                    <a:pt x="7033247" y="2204999"/>
                  </a:lnTo>
                  <a:lnTo>
                    <a:pt x="7001904" y="2165743"/>
                  </a:lnTo>
                  <a:lnTo>
                    <a:pt x="6973214" y="2123986"/>
                  </a:lnTo>
                  <a:lnTo>
                    <a:pt x="6947192" y="2079713"/>
                  </a:lnTo>
                  <a:lnTo>
                    <a:pt x="6927418" y="2039531"/>
                  </a:lnTo>
                  <a:lnTo>
                    <a:pt x="6910438" y="1996986"/>
                  </a:lnTo>
                  <a:lnTo>
                    <a:pt x="6896240" y="1952053"/>
                  </a:lnTo>
                  <a:lnTo>
                    <a:pt x="6884822" y="1904746"/>
                  </a:lnTo>
                  <a:lnTo>
                    <a:pt x="6876199" y="1855076"/>
                  </a:lnTo>
                  <a:lnTo>
                    <a:pt x="6870357" y="1803031"/>
                  </a:lnTo>
                  <a:lnTo>
                    <a:pt x="6867309" y="1748612"/>
                  </a:lnTo>
                  <a:lnTo>
                    <a:pt x="6869925" y="1691767"/>
                  </a:lnTo>
                  <a:lnTo>
                    <a:pt x="6875843" y="1637423"/>
                  </a:lnTo>
                  <a:lnTo>
                    <a:pt x="6885076" y="1585582"/>
                  </a:lnTo>
                  <a:lnTo>
                    <a:pt x="6897624" y="1536242"/>
                  </a:lnTo>
                  <a:lnTo>
                    <a:pt x="6913499" y="1489405"/>
                  </a:lnTo>
                  <a:lnTo>
                    <a:pt x="6932676" y="1445069"/>
                  </a:lnTo>
                  <a:lnTo>
                    <a:pt x="6954685" y="1403083"/>
                  </a:lnTo>
                  <a:lnTo>
                    <a:pt x="6979132" y="1363268"/>
                  </a:lnTo>
                  <a:lnTo>
                    <a:pt x="7005993" y="1325626"/>
                  </a:lnTo>
                  <a:lnTo>
                    <a:pt x="7035279" y="1290167"/>
                  </a:lnTo>
                  <a:lnTo>
                    <a:pt x="7066991" y="1256880"/>
                  </a:lnTo>
                  <a:lnTo>
                    <a:pt x="7101141" y="1225778"/>
                  </a:lnTo>
                  <a:lnTo>
                    <a:pt x="7137438" y="1196657"/>
                  </a:lnTo>
                  <a:lnTo>
                    <a:pt x="7175678" y="1169301"/>
                  </a:lnTo>
                  <a:lnTo>
                    <a:pt x="7215848" y="1143723"/>
                  </a:lnTo>
                  <a:lnTo>
                    <a:pt x="7257961" y="1119924"/>
                  </a:lnTo>
                  <a:lnTo>
                    <a:pt x="7302030" y="1097889"/>
                  </a:lnTo>
                  <a:lnTo>
                    <a:pt x="7348029" y="1077607"/>
                  </a:lnTo>
                  <a:lnTo>
                    <a:pt x="7395553" y="1058938"/>
                  </a:lnTo>
                  <a:lnTo>
                    <a:pt x="7444206" y="1041641"/>
                  </a:lnTo>
                  <a:lnTo>
                    <a:pt x="7493990" y="1025702"/>
                  </a:lnTo>
                  <a:lnTo>
                    <a:pt x="7544905" y="1011148"/>
                  </a:lnTo>
                  <a:lnTo>
                    <a:pt x="7596949" y="997953"/>
                  </a:lnTo>
                  <a:lnTo>
                    <a:pt x="7650124" y="986142"/>
                  </a:lnTo>
                  <a:lnTo>
                    <a:pt x="7696454" y="977023"/>
                  </a:lnTo>
                  <a:lnTo>
                    <a:pt x="7743317" y="968717"/>
                  </a:lnTo>
                  <a:lnTo>
                    <a:pt x="7790701" y="961250"/>
                  </a:lnTo>
                  <a:lnTo>
                    <a:pt x="7838630" y="954608"/>
                  </a:lnTo>
                  <a:lnTo>
                    <a:pt x="7887081" y="948791"/>
                  </a:lnTo>
                  <a:lnTo>
                    <a:pt x="7936077" y="943800"/>
                  </a:lnTo>
                  <a:lnTo>
                    <a:pt x="7985607" y="939647"/>
                  </a:lnTo>
                  <a:lnTo>
                    <a:pt x="8035341" y="936180"/>
                  </a:lnTo>
                  <a:lnTo>
                    <a:pt x="8084947" y="933246"/>
                  </a:lnTo>
                  <a:lnTo>
                    <a:pt x="8134439" y="930846"/>
                  </a:lnTo>
                  <a:lnTo>
                    <a:pt x="8183816" y="928979"/>
                  </a:lnTo>
                  <a:lnTo>
                    <a:pt x="8233080" y="927646"/>
                  </a:lnTo>
                  <a:lnTo>
                    <a:pt x="8282229" y="926833"/>
                  </a:lnTo>
                  <a:lnTo>
                    <a:pt x="8331263" y="926566"/>
                  </a:lnTo>
                  <a:lnTo>
                    <a:pt x="8382317" y="926693"/>
                  </a:lnTo>
                  <a:lnTo>
                    <a:pt x="8433397" y="927049"/>
                  </a:lnTo>
                  <a:lnTo>
                    <a:pt x="8484502" y="927646"/>
                  </a:lnTo>
                  <a:lnTo>
                    <a:pt x="8535645" y="928471"/>
                  </a:lnTo>
                  <a:lnTo>
                    <a:pt x="8586813" y="929538"/>
                  </a:lnTo>
                  <a:lnTo>
                    <a:pt x="8638019" y="930846"/>
                  </a:lnTo>
                  <a:lnTo>
                    <a:pt x="8689251" y="932395"/>
                  </a:lnTo>
                  <a:lnTo>
                    <a:pt x="8740508" y="934173"/>
                  </a:lnTo>
                  <a:lnTo>
                    <a:pt x="8791791" y="936193"/>
                  </a:lnTo>
                  <a:lnTo>
                    <a:pt x="8843112" y="938441"/>
                  </a:lnTo>
                  <a:lnTo>
                    <a:pt x="8894470" y="940930"/>
                  </a:lnTo>
                  <a:lnTo>
                    <a:pt x="8945842" y="943660"/>
                  </a:lnTo>
                  <a:lnTo>
                    <a:pt x="8997251" y="946632"/>
                  </a:lnTo>
                  <a:lnTo>
                    <a:pt x="9100414" y="952969"/>
                  </a:lnTo>
                  <a:lnTo>
                    <a:pt x="9152941" y="956589"/>
                  </a:lnTo>
                  <a:lnTo>
                    <a:pt x="9206268" y="960704"/>
                  </a:lnTo>
                  <a:lnTo>
                    <a:pt x="9260408" y="965314"/>
                  </a:lnTo>
                  <a:lnTo>
                    <a:pt x="9315361" y="970394"/>
                  </a:lnTo>
                  <a:lnTo>
                    <a:pt x="9371127" y="975956"/>
                  </a:lnTo>
                  <a:lnTo>
                    <a:pt x="9419272" y="981087"/>
                  </a:lnTo>
                  <a:lnTo>
                    <a:pt x="9467494" y="986523"/>
                  </a:lnTo>
                  <a:lnTo>
                    <a:pt x="9515780" y="992251"/>
                  </a:lnTo>
                  <a:lnTo>
                    <a:pt x="9564116" y="998270"/>
                  </a:lnTo>
                  <a:lnTo>
                    <a:pt x="9612528" y="1004582"/>
                  </a:lnTo>
                  <a:lnTo>
                    <a:pt x="9660979" y="1011186"/>
                  </a:lnTo>
                  <a:lnTo>
                    <a:pt x="9709493" y="1018070"/>
                  </a:lnTo>
                  <a:lnTo>
                    <a:pt x="9757969" y="1025347"/>
                  </a:lnTo>
                  <a:lnTo>
                    <a:pt x="9806254" y="1033030"/>
                  </a:lnTo>
                  <a:lnTo>
                    <a:pt x="9854349" y="1041120"/>
                  </a:lnTo>
                  <a:lnTo>
                    <a:pt x="9902279" y="1049616"/>
                  </a:lnTo>
                  <a:lnTo>
                    <a:pt x="9950031" y="1058532"/>
                  </a:lnTo>
                  <a:lnTo>
                    <a:pt x="9997605" y="1067866"/>
                  </a:lnTo>
                  <a:lnTo>
                    <a:pt x="10045001" y="1077607"/>
                  </a:lnTo>
                  <a:lnTo>
                    <a:pt x="10099713" y="1089558"/>
                  </a:lnTo>
                  <a:lnTo>
                    <a:pt x="10153447" y="1102144"/>
                  </a:lnTo>
                  <a:lnTo>
                    <a:pt x="10206203" y="1115390"/>
                  </a:lnTo>
                  <a:lnTo>
                    <a:pt x="10258006" y="1129271"/>
                  </a:lnTo>
                  <a:lnTo>
                    <a:pt x="10308831" y="1143787"/>
                  </a:lnTo>
                  <a:lnTo>
                    <a:pt x="10358704" y="1158938"/>
                  </a:lnTo>
                  <a:lnTo>
                    <a:pt x="10358704" y="249796"/>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8" name="Google Shape;78;p2"/>
            <p:cNvSpPr/>
            <p:nvPr/>
          </p:nvSpPr>
          <p:spPr>
            <a:xfrm>
              <a:off x="15712089" y="7912141"/>
              <a:ext cx="4392295" cy="3396615"/>
            </a:xfrm>
            <a:custGeom>
              <a:rect b="b" l="l" r="r" t="t"/>
              <a:pathLst>
                <a:path extrusionOk="0" h="3396615" w="4392294">
                  <a:moveTo>
                    <a:pt x="1158969" y="0"/>
                  </a:moveTo>
                  <a:lnTo>
                    <a:pt x="0" y="0"/>
                  </a:lnTo>
                  <a:lnTo>
                    <a:pt x="0" y="3396414"/>
                  </a:lnTo>
                  <a:lnTo>
                    <a:pt x="1156046" y="3396414"/>
                  </a:lnTo>
                  <a:lnTo>
                    <a:pt x="2349876" y="2381812"/>
                  </a:lnTo>
                  <a:lnTo>
                    <a:pt x="3952949" y="2381812"/>
                  </a:lnTo>
                  <a:lnTo>
                    <a:pt x="3540324" y="2030357"/>
                  </a:lnTo>
                  <a:lnTo>
                    <a:pt x="1158969" y="2030357"/>
                  </a:lnTo>
                  <a:lnTo>
                    <a:pt x="1158969" y="0"/>
                  </a:lnTo>
                  <a:close/>
                </a:path>
                <a:path extrusionOk="0" h="3396615" w="4392294">
                  <a:moveTo>
                    <a:pt x="3952949" y="2381812"/>
                  </a:moveTo>
                  <a:lnTo>
                    <a:pt x="2349876" y="2381812"/>
                  </a:lnTo>
                  <a:lnTo>
                    <a:pt x="3543684" y="3396414"/>
                  </a:lnTo>
                  <a:lnTo>
                    <a:pt x="4392010" y="3396414"/>
                  </a:lnTo>
                  <a:lnTo>
                    <a:pt x="4392010" y="2755784"/>
                  </a:lnTo>
                  <a:lnTo>
                    <a:pt x="3952949" y="2381812"/>
                  </a:lnTo>
                  <a:close/>
                </a:path>
                <a:path extrusionOk="0" h="3396615" w="4392294">
                  <a:moveTo>
                    <a:pt x="4392010" y="0"/>
                  </a:moveTo>
                  <a:lnTo>
                    <a:pt x="3549494" y="0"/>
                  </a:lnTo>
                  <a:lnTo>
                    <a:pt x="1158969" y="2030357"/>
                  </a:lnTo>
                  <a:lnTo>
                    <a:pt x="3540324" y="2030357"/>
                  </a:lnTo>
                  <a:lnTo>
                    <a:pt x="3151548" y="1699215"/>
                  </a:lnTo>
                  <a:lnTo>
                    <a:pt x="4392010" y="644459"/>
                  </a:lnTo>
                  <a:lnTo>
                    <a:pt x="439201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9" name="Google Shape;79;p2"/>
          <p:cNvSpPr txBox="1"/>
          <p:nvPr>
            <p:ph type="title"/>
          </p:nvPr>
        </p:nvSpPr>
        <p:spPr>
          <a:xfrm>
            <a:off x="1208618" y="2504154"/>
            <a:ext cx="8506187" cy="1057212"/>
          </a:xfrm>
          <a:prstGeom prst="rect">
            <a:avLst/>
          </a:prstGeom>
          <a:noFill/>
          <a:ln>
            <a:noFill/>
          </a:ln>
        </p:spPr>
        <p:txBody>
          <a:bodyPr anchorCtr="0" anchor="t" bIns="0" lIns="0" spcFirstLastPara="1" rIns="0" wrap="square" tIns="12050">
            <a:spAutoFit/>
          </a:bodyPr>
          <a:lstStyle/>
          <a:p>
            <a:pPr indent="0" lvl="0" marL="12700" marR="5080" rtl="0" algn="l">
              <a:lnSpc>
                <a:spcPct val="150000"/>
              </a:lnSpc>
              <a:spcBef>
                <a:spcPts val="0"/>
              </a:spcBef>
              <a:spcAft>
                <a:spcPts val="0"/>
              </a:spcAft>
              <a:buNone/>
            </a:pPr>
            <a:r>
              <a:rPr b="0" lang="en" sz="2400">
                <a:latin typeface="Arial"/>
                <a:ea typeface="Arial"/>
                <a:cs typeface="Arial"/>
                <a:sym typeface="Arial"/>
              </a:rPr>
              <a:t>A masquerading ILW drum, caught in milliseconds.</a:t>
            </a:r>
          </a:p>
        </p:txBody>
      </p:sp>
      <p:sp>
        <p:nvSpPr>
          <p:cNvPr id="80" name="Google Shape;80;p2"/>
          <p:cNvSpPr txBox="1"/>
          <p:nvPr>
            <p:ph idx="1" type="body"/>
          </p:nvPr>
        </p:nvSpPr>
        <p:spPr>
          <a:xfrm>
            <a:off x="10295318" y="2504154"/>
            <a:ext cx="8672830" cy="5807937"/>
          </a:xfrm>
          <a:prstGeom prst="rect">
            <a:avLst/>
          </a:prstGeom>
          <a:noFill/>
          <a:ln>
            <a:noFill/>
          </a:ln>
        </p:spPr>
        <p:txBody>
          <a:bodyPr anchorCtr="0" anchor="t" bIns="0" lIns="0" spcFirstLastPara="1" rIns="0" wrap="square" tIns="12700">
            <a:spAutoFit/>
          </a:bodyPr>
          <a:lstStyle/>
          <a:p>
            <a:pPr indent="0" lvl="0" marL="12700" marR="5080" rtl="0" algn="l">
              <a:lnSpc>
                <a:spcPct val="130000"/>
              </a:lnSpc>
              <a:spcBef>
                <a:spcPts val="0"/>
              </a:spcBef>
              <a:spcAft>
                <a:spcPts val="0"/>
              </a:spcAft>
              <a:buNone/>
            </a:pPr>
            <a:r>
              <a:rPr lang="en"/>
              <a:t>Watch the live demo. A drum arrives at the Cleanup-ops generation point. Its surface dose rate reads LLW. Its NaI gamma spectrum, by gross activity, says LLW. Computer vision says the packaging is LLW. Three sensors, one wrong answer.</a:t>
            </a:r>
          </a:p>
          <a:p>
            <a:pPr indent="0" lvl="0" marL="12700" marR="5080" rtl="0" algn="l">
              <a:lnSpc>
                <a:spcPct val="130000"/>
              </a:lnSpc>
              <a:spcBef>
                <a:spcPts val="0"/>
              </a:spcBef>
              <a:spcAft>
                <a:spcPts val="0"/>
              </a:spcAft>
              <a:buNone/>
            </a:pPr>
            <a:r>
              <a:rPr lang="en"/>
              <a:t/>
            </a:r>
          </a:p>
          <a:p>
            <a:pPr indent="0" lvl="0" marL="12700" marR="5080" rtl="0" algn="l">
              <a:lnSpc>
                <a:spcPct val="130000"/>
              </a:lnSpc>
              <a:spcBef>
                <a:spcPts val="0"/>
              </a:spcBef>
              <a:spcAft>
                <a:spcPts val="0"/>
              </a:spcAft>
              <a:buNone/>
            </a:pPr>
            <a:r>
              <a:rPr lang="en"/>
              <a:t>ISOLATED MODE  —  the agent obeys the rules engine. The drum is dropped at LLW storage. Workers on inspection rounds get inverse-square cooked. The mistake compounds.</a:t>
            </a:r>
          </a:p>
          <a:p>
            <a:pPr indent="0" lvl="0" marL="12700" marR="5080" rtl="0" algn="l">
              <a:lnSpc>
                <a:spcPct val="130000"/>
              </a:lnSpc>
              <a:spcBef>
                <a:spcPts val="0"/>
              </a:spcBef>
              <a:spcAft>
                <a:spcPts val="0"/>
              </a:spcAft>
              <a:buNone/>
            </a:pPr>
            <a:r>
              <a:rPr lang="en"/>
              <a:t/>
            </a:r>
          </a:p>
          <a:p>
            <a:pPr indent="0" lvl="0" marL="12700" marR="5080" rtl="0" algn="l">
              <a:lnSpc>
                <a:spcPct val="130000"/>
              </a:lnSpc>
              <a:spcBef>
                <a:spcPts val="0"/>
              </a:spcBef>
              <a:spcAft>
                <a:spcPts val="0"/>
              </a:spcAft>
              <a:buNone/>
            </a:pPr>
            <a:r>
              <a:rPr lang="en"/>
              <a:t>HIVEMIND MODE  —  the same agent runs the coordinator's learned threshold on the actinide photopeak windows. The threshold fires. The drum is escalated to ILW and routed via the HPGe lab for confirmation. The hivemind learned this exact trick yesterday, from one HPGe re-class, and every agent now knows it forever.</a:t>
            </a:r>
          </a:p>
        </p:txBody>
      </p:sp>
      <p:sp>
        <p:nvSpPr>
          <p:cNvPr id="81" name="Google Shape;81;p2"/>
          <p:cNvSpPr txBox="1"/>
          <p:nvPr/>
        </p:nvSpPr>
        <p:spPr>
          <a:xfrm>
            <a:off x="18823478" y="614781"/>
            <a:ext cx="276860" cy="32702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 sz="1950">
                <a:solidFill>
                  <a:srgbClr val="172440"/>
                </a:solidFill>
                <a:latin typeface="Ubuntu Mono"/>
                <a:ea typeface="Ubuntu Mono"/>
                <a:cs typeface="Ubuntu Mono"/>
                <a:sym typeface="Ubuntu Mono"/>
              </a:rPr>
              <a:t>06</a:t>
            </a:r>
          </a:p>
        </p:txBody>
      </p:sp>
      <p:sp>
        <p:nvSpPr>
          <p:cNvPr id="82" name="Google Shape;82;p2"/>
          <p:cNvSpPr txBox="1"/>
          <p:nvPr/>
        </p:nvSpPr>
        <p:spPr>
          <a:xfrm>
            <a:off x="1208619" y="3789254"/>
            <a:ext cx="2224405" cy="40259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2450">
                <a:solidFill>
                  <a:srgbClr val="172440"/>
                </a:solidFill>
                <a:latin typeface="Ubuntu Mono"/>
                <a:ea typeface="Ubuntu Mono"/>
                <a:cs typeface="Ubuntu Mono"/>
                <a:sym typeface="Ubuntu Mono"/>
              </a:rPr>
              <a:t>The decisive moment</a:t>
            </a:r>
          </a:p>
        </p:txBody>
      </p:sp>
      <p:sp>
        <p:nvSpPr>
          <p:cNvPr id="83" name="Google Shape;83;p2"/>
          <p:cNvSpPr txBox="1"/>
          <p:nvPr/>
        </p:nvSpPr>
        <p:spPr>
          <a:xfrm>
            <a:off x="512930" y="10581938"/>
            <a:ext cx="17830800" cy="22669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300">
                <a:solidFill>
                  <a:srgbClr val="00C6B3"/>
                </a:solidFill>
                <a:latin typeface="Ubuntu Sans"/>
                <a:ea typeface="Ubuntu Sans"/>
                <a:cs typeface="Ubuntu Sans"/>
                <a:sym typeface="Ubuntu Sans"/>
              </a:rPr>
              <a:t>* Press T in the live demo to inject a tricky drum and watch it happen in real time.</a:t>
            </a:r>
          </a:p>
        </p:txBody>
      </p:sp>
      <p:sp>
        <p:nvSpPr>
          <p:cNvPr id="84" name="Google Shape;84;p2"/>
          <p:cNvSpPr/>
          <p:nvPr/>
        </p:nvSpPr>
        <p:spPr>
          <a:xfrm>
            <a:off x="0" y="10065875"/>
            <a:ext cx="20104100" cy="0"/>
          </a:xfrm>
          <a:custGeom>
            <a:rect b="b" l="l" r="r" t="t"/>
            <a:pathLst>
              <a:path extrusionOk="0" h="120000" w="20104100">
                <a:moveTo>
                  <a:pt x="0" y="0"/>
                </a:moveTo>
                <a:lnTo>
                  <a:pt x="20104099" y="0"/>
                </a:lnTo>
              </a:path>
            </a:pathLst>
          </a:custGeom>
          <a:noFill/>
          <a:ln cap="flat" cmpd="sng" w="10450">
            <a:solidFill>
              <a:srgbClr val="172440">
                <a:alpha val="20000"/>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85" name="Google Shape;85;p2"/>
          <p:cNvPicPr preferRelativeResize="0"/>
          <p:nvPr/>
        </p:nvPicPr>
        <p:blipFill rotWithShape="1">
          <a:blip r:embed="rId2">
            <a:alphaModFix/>
          </a:blip>
          <a:srcRect b="0" l="0" r="0" t="0"/>
          <a:stretch/>
        </p:blipFill>
        <p:spPr>
          <a:xfrm>
            <a:off x="1221488" y="402130"/>
            <a:ext cx="1946118" cy="767083"/>
          </a:xfrm>
          <a:prstGeom prst="rect">
            <a:avLst/>
          </a:prstGeom>
          <a:noFill/>
          <a:ln>
            <a:no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9" name="Google Shape;69;p2"/>
          <p:cNvSpPr/>
          <p:nvPr/>
        </p:nvSpPr>
        <p:spPr>
          <a:xfrm>
            <a:off x="0" y="0"/>
            <a:ext cx="20104100" cy="11308715"/>
          </a:xfrm>
          <a:custGeom>
            <a:rect b="b" l="l" r="r" t="t"/>
            <a:pathLst>
              <a:path extrusionOk="0" h="11308715" w="20104100">
                <a:moveTo>
                  <a:pt x="20104099" y="0"/>
                </a:moveTo>
                <a:lnTo>
                  <a:pt x="0" y="0"/>
                </a:lnTo>
                <a:lnTo>
                  <a:pt x="0" y="11308556"/>
                </a:lnTo>
                <a:lnTo>
                  <a:pt x="20104099" y="11308556"/>
                </a:lnTo>
                <a:lnTo>
                  <a:pt x="20104099" y="0"/>
                </a:lnTo>
                <a:close/>
              </a:path>
            </a:pathLst>
          </a:custGeom>
          <a:solidFill>
            <a:srgbClr val="F6F8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0" name="Google Shape;70;p2"/>
          <p:cNvSpPr/>
          <p:nvPr/>
        </p:nvSpPr>
        <p:spPr>
          <a:xfrm>
            <a:off x="0" y="0"/>
            <a:ext cx="20104100" cy="1569085"/>
          </a:xfrm>
          <a:custGeom>
            <a:rect b="b" l="l" r="r" t="t"/>
            <a:pathLst>
              <a:path extrusionOk="0" h="1569085" w="20104100">
                <a:moveTo>
                  <a:pt x="20104099" y="0"/>
                </a:moveTo>
                <a:lnTo>
                  <a:pt x="0" y="0"/>
                </a:lnTo>
                <a:lnTo>
                  <a:pt x="0" y="1568538"/>
                </a:lnTo>
                <a:lnTo>
                  <a:pt x="20104099" y="1568538"/>
                </a:lnTo>
                <a:lnTo>
                  <a:pt x="2010409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71" name="Google Shape;71;p2"/>
          <p:cNvGrpSpPr/>
          <p:nvPr/>
        </p:nvGrpSpPr>
        <p:grpSpPr>
          <a:xfrm>
            <a:off x="0" y="3962599"/>
            <a:ext cx="20104621" cy="7346440"/>
            <a:chOff x="0" y="3962599"/>
            <a:chExt cx="20104621" cy="7346440"/>
          </a:xfrm>
        </p:grpSpPr>
        <p:sp>
          <p:nvSpPr>
            <p:cNvPr id="72" name="Google Shape;72;p2"/>
            <p:cNvSpPr/>
            <p:nvPr/>
          </p:nvSpPr>
          <p:spPr>
            <a:xfrm>
              <a:off x="0" y="3962599"/>
              <a:ext cx="2218690" cy="3497579"/>
            </a:xfrm>
            <a:custGeom>
              <a:rect b="b" l="l" r="r" t="t"/>
              <a:pathLst>
                <a:path extrusionOk="0" h="3497579" w="2218690">
                  <a:moveTo>
                    <a:pt x="0" y="2565654"/>
                  </a:moveTo>
                  <a:lnTo>
                    <a:pt x="0" y="3497045"/>
                  </a:lnTo>
                  <a:lnTo>
                    <a:pt x="69579" y="3497045"/>
                  </a:lnTo>
                  <a:lnTo>
                    <a:pt x="380156" y="3493568"/>
                  </a:lnTo>
                  <a:lnTo>
                    <a:pt x="631382" y="3486652"/>
                  </a:lnTo>
                  <a:lnTo>
                    <a:pt x="780577" y="3479744"/>
                  </a:lnTo>
                  <a:lnTo>
                    <a:pt x="929111" y="3470240"/>
                  </a:lnTo>
                  <a:lnTo>
                    <a:pt x="1076983" y="3458145"/>
                  </a:lnTo>
                  <a:lnTo>
                    <a:pt x="1175244" y="3448591"/>
                  </a:lnTo>
                  <a:lnTo>
                    <a:pt x="1273478" y="3437549"/>
                  </a:lnTo>
                  <a:lnTo>
                    <a:pt x="1371712" y="3424974"/>
                  </a:lnTo>
                  <a:lnTo>
                    <a:pt x="1469945" y="3410861"/>
                  </a:lnTo>
                  <a:lnTo>
                    <a:pt x="1568179" y="3395206"/>
                  </a:lnTo>
                  <a:lnTo>
                    <a:pt x="1666414" y="3378002"/>
                  </a:lnTo>
                  <a:lnTo>
                    <a:pt x="1765026" y="3358994"/>
                  </a:lnTo>
                  <a:lnTo>
                    <a:pt x="1864403" y="3337872"/>
                  </a:lnTo>
                  <a:lnTo>
                    <a:pt x="1964548" y="3314635"/>
                  </a:lnTo>
                  <a:lnTo>
                    <a:pt x="2065465" y="3289285"/>
                  </a:lnTo>
                  <a:lnTo>
                    <a:pt x="2167155" y="3261820"/>
                  </a:lnTo>
                  <a:lnTo>
                    <a:pt x="2218292" y="3247294"/>
                  </a:lnTo>
                  <a:lnTo>
                    <a:pt x="2218292" y="2570432"/>
                  </a:lnTo>
                  <a:lnTo>
                    <a:pt x="212289" y="2570432"/>
                  </a:lnTo>
                  <a:lnTo>
                    <a:pt x="101152" y="2568704"/>
                  </a:lnTo>
                  <a:lnTo>
                    <a:pt x="0" y="2565654"/>
                  </a:lnTo>
                  <a:close/>
                </a:path>
                <a:path extrusionOk="0" h="3497579" w="2218690">
                  <a:moveTo>
                    <a:pt x="2218292" y="1687488"/>
                  </a:moveTo>
                  <a:lnTo>
                    <a:pt x="1062254" y="1687488"/>
                  </a:lnTo>
                  <a:lnTo>
                    <a:pt x="1062254" y="2538572"/>
                  </a:lnTo>
                  <a:lnTo>
                    <a:pt x="953022" y="2546940"/>
                  </a:lnTo>
                  <a:lnTo>
                    <a:pt x="848444" y="2553444"/>
                  </a:lnTo>
                  <a:lnTo>
                    <a:pt x="701004" y="2560200"/>
                  </a:lnTo>
                  <a:lnTo>
                    <a:pt x="465981" y="2567291"/>
                  </a:lnTo>
                  <a:lnTo>
                    <a:pt x="278425" y="2570432"/>
                  </a:lnTo>
                  <a:lnTo>
                    <a:pt x="2218292" y="2570432"/>
                  </a:lnTo>
                  <a:lnTo>
                    <a:pt x="2218292" y="1687488"/>
                  </a:lnTo>
                  <a:close/>
                </a:path>
                <a:path extrusionOk="0" h="3497579" w="2218690">
                  <a:moveTo>
                    <a:pt x="2218292" y="926216"/>
                  </a:moveTo>
                  <a:lnTo>
                    <a:pt x="295678" y="926216"/>
                  </a:lnTo>
                  <a:lnTo>
                    <a:pt x="344095" y="926456"/>
                  </a:lnTo>
                  <a:lnTo>
                    <a:pt x="501269" y="928888"/>
                  </a:lnTo>
                  <a:lnTo>
                    <a:pt x="500530" y="928888"/>
                  </a:lnTo>
                  <a:lnTo>
                    <a:pt x="600094" y="931715"/>
                  </a:lnTo>
                  <a:lnTo>
                    <a:pt x="754052" y="938065"/>
                  </a:lnTo>
                  <a:lnTo>
                    <a:pt x="959997" y="949957"/>
                  </a:lnTo>
                  <a:lnTo>
                    <a:pt x="1065859" y="957703"/>
                  </a:lnTo>
                  <a:lnTo>
                    <a:pt x="1174952" y="967386"/>
                  </a:lnTo>
                  <a:lnTo>
                    <a:pt x="1327082" y="983522"/>
                  </a:lnTo>
                  <a:lnTo>
                    <a:pt x="1472112" y="1001583"/>
                  </a:lnTo>
                  <a:lnTo>
                    <a:pt x="1617552" y="1022348"/>
                  </a:lnTo>
                  <a:lnTo>
                    <a:pt x="1713942" y="1038119"/>
                  </a:lnTo>
                  <a:lnTo>
                    <a:pt x="1809621" y="1055540"/>
                  </a:lnTo>
                  <a:lnTo>
                    <a:pt x="1904595" y="1074617"/>
                  </a:lnTo>
                  <a:lnTo>
                    <a:pt x="1959297" y="1086560"/>
                  </a:lnTo>
                  <a:lnTo>
                    <a:pt x="2013032" y="1099153"/>
                  </a:lnTo>
                  <a:lnTo>
                    <a:pt x="2065798" y="1112391"/>
                  </a:lnTo>
                  <a:lnTo>
                    <a:pt x="2117597" y="1126271"/>
                  </a:lnTo>
                  <a:lnTo>
                    <a:pt x="2168428" y="1140790"/>
                  </a:lnTo>
                  <a:lnTo>
                    <a:pt x="2218292" y="1155944"/>
                  </a:lnTo>
                  <a:lnTo>
                    <a:pt x="2218292" y="926216"/>
                  </a:lnTo>
                  <a:close/>
                </a:path>
                <a:path extrusionOk="0" h="3497579" w="2218690">
                  <a:moveTo>
                    <a:pt x="26457" y="0"/>
                  </a:moveTo>
                  <a:lnTo>
                    <a:pt x="0" y="0"/>
                  </a:lnTo>
                  <a:lnTo>
                    <a:pt x="0" y="930525"/>
                  </a:lnTo>
                  <a:lnTo>
                    <a:pt x="43409" y="928888"/>
                  </a:lnTo>
                  <a:lnTo>
                    <a:pt x="92671" y="927558"/>
                  </a:lnTo>
                  <a:lnTo>
                    <a:pt x="141820" y="926761"/>
                  </a:lnTo>
                  <a:lnTo>
                    <a:pt x="2218292" y="926216"/>
                  </a:lnTo>
                  <a:lnTo>
                    <a:pt x="2218292" y="249689"/>
                  </a:lnTo>
                  <a:lnTo>
                    <a:pt x="2120492" y="222088"/>
                  </a:lnTo>
                  <a:lnTo>
                    <a:pt x="2022283" y="196198"/>
                  </a:lnTo>
                  <a:lnTo>
                    <a:pt x="1923667" y="172019"/>
                  </a:lnTo>
                  <a:lnTo>
                    <a:pt x="1824644" y="149553"/>
                  </a:lnTo>
                  <a:lnTo>
                    <a:pt x="1725216" y="128799"/>
                  </a:lnTo>
                  <a:lnTo>
                    <a:pt x="1625382" y="109758"/>
                  </a:lnTo>
                  <a:lnTo>
                    <a:pt x="1525143" y="92430"/>
                  </a:lnTo>
                  <a:lnTo>
                    <a:pt x="1424501" y="76816"/>
                  </a:lnTo>
                  <a:lnTo>
                    <a:pt x="1323456" y="62917"/>
                  </a:lnTo>
                  <a:lnTo>
                    <a:pt x="1222008" y="50732"/>
                  </a:lnTo>
                  <a:lnTo>
                    <a:pt x="1069176" y="35212"/>
                  </a:lnTo>
                  <a:lnTo>
                    <a:pt x="915697" y="22632"/>
                  </a:lnTo>
                  <a:lnTo>
                    <a:pt x="761569" y="12993"/>
                  </a:lnTo>
                  <a:lnTo>
                    <a:pt x="606791" y="6294"/>
                  </a:lnTo>
                  <a:lnTo>
                    <a:pt x="466060" y="2796"/>
                  </a:lnTo>
                  <a:lnTo>
                    <a:pt x="174198" y="2796"/>
                  </a:lnTo>
                  <a:lnTo>
                    <a:pt x="150409" y="2534"/>
                  </a:lnTo>
                  <a:lnTo>
                    <a:pt x="147040" y="2534"/>
                  </a:lnTo>
                  <a:lnTo>
                    <a:pt x="124098" y="2091"/>
                  </a:lnTo>
                  <a:lnTo>
                    <a:pt x="122601" y="2091"/>
                  </a:lnTo>
                  <a:lnTo>
                    <a:pt x="50318" y="275"/>
                  </a:lnTo>
                  <a:lnTo>
                    <a:pt x="26457" y="0"/>
                  </a:lnTo>
                  <a:close/>
                </a:path>
                <a:path extrusionOk="0" h="3497579" w="2218690">
                  <a:moveTo>
                    <a:pt x="357358" y="1712"/>
                  </a:moveTo>
                  <a:lnTo>
                    <a:pt x="295277" y="1712"/>
                  </a:lnTo>
                  <a:lnTo>
                    <a:pt x="190857" y="2796"/>
                  </a:lnTo>
                  <a:lnTo>
                    <a:pt x="466060" y="2796"/>
                  </a:lnTo>
                  <a:lnTo>
                    <a:pt x="413044" y="2091"/>
                  </a:lnTo>
                  <a:lnTo>
                    <a:pt x="429342" y="2091"/>
                  </a:lnTo>
                  <a:lnTo>
                    <a:pt x="357358" y="1712"/>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 name="Google Shape;73;p2"/>
            <p:cNvSpPr/>
            <p:nvPr/>
          </p:nvSpPr>
          <p:spPr>
            <a:xfrm>
              <a:off x="2799169" y="4025944"/>
              <a:ext cx="4008754" cy="3407410"/>
            </a:xfrm>
            <a:custGeom>
              <a:rect b="b" l="l" r="r" t="t"/>
              <a:pathLst>
                <a:path extrusionOk="0" h="3407409" w="4008754">
                  <a:moveTo>
                    <a:pt x="4008412" y="2495550"/>
                  </a:moveTo>
                  <a:lnTo>
                    <a:pt x="1158951" y="2495550"/>
                  </a:lnTo>
                  <a:lnTo>
                    <a:pt x="1158951" y="0"/>
                  </a:lnTo>
                  <a:lnTo>
                    <a:pt x="0" y="0"/>
                  </a:lnTo>
                  <a:lnTo>
                    <a:pt x="0" y="2495550"/>
                  </a:lnTo>
                  <a:lnTo>
                    <a:pt x="0" y="3407410"/>
                  </a:lnTo>
                  <a:lnTo>
                    <a:pt x="4008412" y="3407410"/>
                  </a:lnTo>
                  <a:lnTo>
                    <a:pt x="4008412" y="249555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4" name="Google Shape;74;p2"/>
            <p:cNvSpPr/>
            <p:nvPr/>
          </p:nvSpPr>
          <p:spPr>
            <a:xfrm>
              <a:off x="7025403" y="3997789"/>
              <a:ext cx="5257800" cy="3492500"/>
            </a:xfrm>
            <a:custGeom>
              <a:rect b="b" l="l" r="r" t="t"/>
              <a:pathLst>
                <a:path extrusionOk="0" h="3492500" w="5257800">
                  <a:moveTo>
                    <a:pt x="3307018" y="3479800"/>
                  </a:moveTo>
                  <a:lnTo>
                    <a:pt x="1951599" y="3479800"/>
                  </a:lnTo>
                  <a:lnTo>
                    <a:pt x="2004200" y="3492500"/>
                  </a:lnTo>
                  <a:lnTo>
                    <a:pt x="3254654" y="3492500"/>
                  </a:lnTo>
                  <a:lnTo>
                    <a:pt x="3307018" y="3479800"/>
                  </a:lnTo>
                  <a:close/>
                </a:path>
                <a:path extrusionOk="0" h="3492500" w="5257800">
                  <a:moveTo>
                    <a:pt x="3462173" y="3467100"/>
                  </a:moveTo>
                  <a:lnTo>
                    <a:pt x="1795865" y="3467100"/>
                  </a:lnTo>
                  <a:lnTo>
                    <a:pt x="1847432" y="3479800"/>
                  </a:lnTo>
                  <a:lnTo>
                    <a:pt x="3410777" y="3479800"/>
                  </a:lnTo>
                  <a:lnTo>
                    <a:pt x="3462173" y="3467100"/>
                  </a:lnTo>
                  <a:close/>
                </a:path>
                <a:path extrusionOk="0" h="3492500" w="5257800">
                  <a:moveTo>
                    <a:pt x="3563998" y="3454400"/>
                  </a:moveTo>
                  <a:lnTo>
                    <a:pt x="1693761" y="3454400"/>
                  </a:lnTo>
                  <a:lnTo>
                    <a:pt x="1744641" y="3467100"/>
                  </a:lnTo>
                  <a:lnTo>
                    <a:pt x="3513247" y="3467100"/>
                  </a:lnTo>
                  <a:lnTo>
                    <a:pt x="3563998" y="3454400"/>
                  </a:lnTo>
                  <a:close/>
                </a:path>
                <a:path extrusionOk="0" h="3492500" w="5257800">
                  <a:moveTo>
                    <a:pt x="3664534" y="3441700"/>
                  </a:moveTo>
                  <a:lnTo>
                    <a:pt x="1593030" y="3441700"/>
                  </a:lnTo>
                  <a:lnTo>
                    <a:pt x="1643224" y="3454400"/>
                  </a:lnTo>
                  <a:lnTo>
                    <a:pt x="3614427" y="3454400"/>
                  </a:lnTo>
                  <a:lnTo>
                    <a:pt x="3664534" y="3441700"/>
                  </a:lnTo>
                  <a:close/>
                </a:path>
                <a:path extrusionOk="0" h="3492500" w="5257800">
                  <a:moveTo>
                    <a:pt x="3812919" y="3416300"/>
                  </a:moveTo>
                  <a:lnTo>
                    <a:pt x="1444501" y="3416300"/>
                  </a:lnTo>
                  <a:lnTo>
                    <a:pt x="1543178" y="3441700"/>
                  </a:lnTo>
                  <a:lnTo>
                    <a:pt x="3714318" y="3441700"/>
                  </a:lnTo>
                  <a:lnTo>
                    <a:pt x="3812919" y="3416300"/>
                  </a:lnTo>
                  <a:close/>
                </a:path>
                <a:path extrusionOk="0" h="3492500" w="5257800">
                  <a:moveTo>
                    <a:pt x="3966684" y="101600"/>
                  </a:moveTo>
                  <a:lnTo>
                    <a:pt x="1290771" y="101600"/>
                  </a:lnTo>
                  <a:lnTo>
                    <a:pt x="1239255" y="114300"/>
                  </a:lnTo>
                  <a:lnTo>
                    <a:pt x="1188364" y="139700"/>
                  </a:lnTo>
                  <a:lnTo>
                    <a:pt x="1039436" y="177800"/>
                  </a:lnTo>
                  <a:lnTo>
                    <a:pt x="991042" y="203200"/>
                  </a:lnTo>
                  <a:lnTo>
                    <a:pt x="943272" y="215900"/>
                  </a:lnTo>
                  <a:lnTo>
                    <a:pt x="896127" y="241300"/>
                  </a:lnTo>
                  <a:lnTo>
                    <a:pt x="849607" y="254000"/>
                  </a:lnTo>
                  <a:lnTo>
                    <a:pt x="803919" y="279400"/>
                  </a:lnTo>
                  <a:lnTo>
                    <a:pt x="759287" y="304800"/>
                  </a:lnTo>
                  <a:lnTo>
                    <a:pt x="715713" y="317500"/>
                  </a:lnTo>
                  <a:lnTo>
                    <a:pt x="673196" y="342900"/>
                  </a:lnTo>
                  <a:lnTo>
                    <a:pt x="631737" y="381000"/>
                  </a:lnTo>
                  <a:lnTo>
                    <a:pt x="591335" y="406400"/>
                  </a:lnTo>
                  <a:lnTo>
                    <a:pt x="551991" y="431800"/>
                  </a:lnTo>
                  <a:lnTo>
                    <a:pt x="513706" y="469900"/>
                  </a:lnTo>
                  <a:lnTo>
                    <a:pt x="476479" y="495300"/>
                  </a:lnTo>
                  <a:lnTo>
                    <a:pt x="440311" y="533400"/>
                  </a:lnTo>
                  <a:lnTo>
                    <a:pt x="405202" y="558800"/>
                  </a:lnTo>
                  <a:lnTo>
                    <a:pt x="371290" y="596900"/>
                  </a:lnTo>
                  <a:lnTo>
                    <a:pt x="338747" y="635000"/>
                  </a:lnTo>
                  <a:lnTo>
                    <a:pt x="307573" y="673100"/>
                  </a:lnTo>
                  <a:lnTo>
                    <a:pt x="277768" y="723900"/>
                  </a:lnTo>
                  <a:lnTo>
                    <a:pt x="249333" y="762000"/>
                  </a:lnTo>
                  <a:lnTo>
                    <a:pt x="222266" y="812800"/>
                  </a:lnTo>
                  <a:lnTo>
                    <a:pt x="196569" y="850900"/>
                  </a:lnTo>
                  <a:lnTo>
                    <a:pt x="172241" y="901700"/>
                  </a:lnTo>
                  <a:lnTo>
                    <a:pt x="149283" y="952500"/>
                  </a:lnTo>
                  <a:lnTo>
                    <a:pt x="127693" y="1003300"/>
                  </a:lnTo>
                  <a:lnTo>
                    <a:pt x="107473" y="1054100"/>
                  </a:lnTo>
                  <a:lnTo>
                    <a:pt x="92663" y="1092200"/>
                  </a:lnTo>
                  <a:lnTo>
                    <a:pt x="78952" y="1143000"/>
                  </a:lnTo>
                  <a:lnTo>
                    <a:pt x="66338" y="1181100"/>
                  </a:lnTo>
                  <a:lnTo>
                    <a:pt x="54822" y="1231900"/>
                  </a:lnTo>
                  <a:lnTo>
                    <a:pt x="44404" y="1270000"/>
                  </a:lnTo>
                  <a:lnTo>
                    <a:pt x="35083" y="1320800"/>
                  </a:lnTo>
                  <a:lnTo>
                    <a:pt x="26859" y="1371600"/>
                  </a:lnTo>
                  <a:lnTo>
                    <a:pt x="19732" y="1422400"/>
                  </a:lnTo>
                  <a:lnTo>
                    <a:pt x="13702" y="1473200"/>
                  </a:lnTo>
                  <a:lnTo>
                    <a:pt x="8769" y="1524000"/>
                  </a:lnTo>
                  <a:lnTo>
                    <a:pt x="4932" y="1587500"/>
                  </a:lnTo>
                  <a:lnTo>
                    <a:pt x="2192" y="1638300"/>
                  </a:lnTo>
                  <a:lnTo>
                    <a:pt x="547" y="1689100"/>
                  </a:lnTo>
                  <a:lnTo>
                    <a:pt x="0" y="1752600"/>
                  </a:lnTo>
                  <a:lnTo>
                    <a:pt x="547" y="1803400"/>
                  </a:lnTo>
                  <a:lnTo>
                    <a:pt x="2192" y="1866900"/>
                  </a:lnTo>
                  <a:lnTo>
                    <a:pt x="4932" y="1917700"/>
                  </a:lnTo>
                  <a:lnTo>
                    <a:pt x="8769" y="1968500"/>
                  </a:lnTo>
                  <a:lnTo>
                    <a:pt x="13702" y="2019300"/>
                  </a:lnTo>
                  <a:lnTo>
                    <a:pt x="19732" y="2070100"/>
                  </a:lnTo>
                  <a:lnTo>
                    <a:pt x="26859" y="2120900"/>
                  </a:lnTo>
                  <a:lnTo>
                    <a:pt x="35083" y="2171700"/>
                  </a:lnTo>
                  <a:lnTo>
                    <a:pt x="44404" y="2222500"/>
                  </a:lnTo>
                  <a:lnTo>
                    <a:pt x="54822" y="2260600"/>
                  </a:lnTo>
                  <a:lnTo>
                    <a:pt x="66338" y="2311400"/>
                  </a:lnTo>
                  <a:lnTo>
                    <a:pt x="78952" y="2349500"/>
                  </a:lnTo>
                  <a:lnTo>
                    <a:pt x="92663" y="2400300"/>
                  </a:lnTo>
                  <a:lnTo>
                    <a:pt x="107473" y="2438400"/>
                  </a:lnTo>
                  <a:lnTo>
                    <a:pt x="127693" y="2489200"/>
                  </a:lnTo>
                  <a:lnTo>
                    <a:pt x="149283" y="2540000"/>
                  </a:lnTo>
                  <a:lnTo>
                    <a:pt x="172241" y="2590800"/>
                  </a:lnTo>
                  <a:lnTo>
                    <a:pt x="196569" y="2628900"/>
                  </a:lnTo>
                  <a:lnTo>
                    <a:pt x="222266" y="2679700"/>
                  </a:lnTo>
                  <a:lnTo>
                    <a:pt x="249333" y="2717800"/>
                  </a:lnTo>
                  <a:lnTo>
                    <a:pt x="277768" y="2768600"/>
                  </a:lnTo>
                  <a:lnTo>
                    <a:pt x="307573" y="2806700"/>
                  </a:lnTo>
                  <a:lnTo>
                    <a:pt x="338747" y="2844800"/>
                  </a:lnTo>
                  <a:lnTo>
                    <a:pt x="371290" y="2882900"/>
                  </a:lnTo>
                  <a:lnTo>
                    <a:pt x="405202" y="2921000"/>
                  </a:lnTo>
                  <a:lnTo>
                    <a:pt x="440311" y="2959100"/>
                  </a:lnTo>
                  <a:lnTo>
                    <a:pt x="476479" y="2984500"/>
                  </a:lnTo>
                  <a:lnTo>
                    <a:pt x="513706" y="3022600"/>
                  </a:lnTo>
                  <a:lnTo>
                    <a:pt x="551991" y="3048000"/>
                  </a:lnTo>
                  <a:lnTo>
                    <a:pt x="591335" y="3086100"/>
                  </a:lnTo>
                  <a:lnTo>
                    <a:pt x="631737" y="3111500"/>
                  </a:lnTo>
                  <a:lnTo>
                    <a:pt x="673196" y="3136900"/>
                  </a:lnTo>
                  <a:lnTo>
                    <a:pt x="715713" y="3162300"/>
                  </a:lnTo>
                  <a:lnTo>
                    <a:pt x="759287" y="3187700"/>
                  </a:lnTo>
                  <a:lnTo>
                    <a:pt x="803919" y="3213100"/>
                  </a:lnTo>
                  <a:lnTo>
                    <a:pt x="849607" y="3225800"/>
                  </a:lnTo>
                  <a:lnTo>
                    <a:pt x="943272" y="3276600"/>
                  </a:lnTo>
                  <a:lnTo>
                    <a:pt x="991042" y="3289300"/>
                  </a:lnTo>
                  <a:lnTo>
                    <a:pt x="1039436" y="3314700"/>
                  </a:lnTo>
                  <a:lnTo>
                    <a:pt x="1188364" y="3352800"/>
                  </a:lnTo>
                  <a:lnTo>
                    <a:pt x="1239255" y="3378200"/>
                  </a:lnTo>
                  <a:lnTo>
                    <a:pt x="1395674" y="3416300"/>
                  </a:lnTo>
                  <a:lnTo>
                    <a:pt x="3861735" y="3416300"/>
                  </a:lnTo>
                  <a:lnTo>
                    <a:pt x="4018257" y="3378200"/>
                  </a:lnTo>
                  <a:lnTo>
                    <a:pt x="4069229" y="3352800"/>
                  </a:lnTo>
                  <a:lnTo>
                    <a:pt x="4218545" y="3314700"/>
                  </a:lnTo>
                  <a:lnTo>
                    <a:pt x="4267119" y="3289300"/>
                  </a:lnTo>
                  <a:lnTo>
                    <a:pt x="4315093" y="3276600"/>
                  </a:lnTo>
                  <a:lnTo>
                    <a:pt x="4409247" y="3225800"/>
                  </a:lnTo>
                  <a:lnTo>
                    <a:pt x="4455166" y="3213100"/>
                  </a:lnTo>
                  <a:lnTo>
                    <a:pt x="4499980" y="3187700"/>
                  </a:lnTo>
                  <a:lnTo>
                    <a:pt x="4543691" y="3162300"/>
                  </a:lnTo>
                  <a:lnTo>
                    <a:pt x="4586297" y="3136900"/>
                  </a:lnTo>
                  <a:lnTo>
                    <a:pt x="4627800" y="3111500"/>
                  </a:lnTo>
                  <a:lnTo>
                    <a:pt x="4668200" y="3086100"/>
                  </a:lnTo>
                  <a:lnTo>
                    <a:pt x="4707496" y="3048000"/>
                  </a:lnTo>
                  <a:lnTo>
                    <a:pt x="4745689" y="3022600"/>
                  </a:lnTo>
                  <a:lnTo>
                    <a:pt x="4782780" y="2984500"/>
                  </a:lnTo>
                  <a:lnTo>
                    <a:pt x="4818768" y="2959100"/>
                  </a:lnTo>
                  <a:lnTo>
                    <a:pt x="4853653" y="2921000"/>
                  </a:lnTo>
                  <a:lnTo>
                    <a:pt x="4887319" y="2882900"/>
                  </a:lnTo>
                  <a:lnTo>
                    <a:pt x="4919665" y="2844800"/>
                  </a:lnTo>
                  <a:lnTo>
                    <a:pt x="4950692" y="2806700"/>
                  </a:lnTo>
                  <a:lnTo>
                    <a:pt x="4980398" y="2768600"/>
                  </a:lnTo>
                  <a:lnTo>
                    <a:pt x="5008785" y="2717800"/>
                  </a:lnTo>
                  <a:lnTo>
                    <a:pt x="5035852" y="2679700"/>
                  </a:lnTo>
                  <a:lnTo>
                    <a:pt x="5061599" y="2628900"/>
                  </a:lnTo>
                  <a:lnTo>
                    <a:pt x="5086026" y="2590800"/>
                  </a:lnTo>
                  <a:lnTo>
                    <a:pt x="5091802" y="2578100"/>
                  </a:lnTo>
                  <a:lnTo>
                    <a:pt x="2530519" y="2578100"/>
                  </a:lnTo>
                  <a:lnTo>
                    <a:pt x="2481257" y="2565400"/>
                  </a:lnTo>
                  <a:lnTo>
                    <a:pt x="2283040" y="2565400"/>
                  </a:lnTo>
                  <a:lnTo>
                    <a:pt x="2233482" y="2552700"/>
                  </a:lnTo>
                  <a:lnTo>
                    <a:pt x="2184398" y="2552700"/>
                  </a:lnTo>
                  <a:lnTo>
                    <a:pt x="2135787" y="2540000"/>
                  </a:lnTo>
                  <a:lnTo>
                    <a:pt x="2087652" y="2540000"/>
                  </a:lnTo>
                  <a:lnTo>
                    <a:pt x="2039993" y="2527300"/>
                  </a:lnTo>
                  <a:lnTo>
                    <a:pt x="1992811" y="2527300"/>
                  </a:lnTo>
                  <a:lnTo>
                    <a:pt x="1946108" y="2514600"/>
                  </a:lnTo>
                  <a:lnTo>
                    <a:pt x="1788884" y="2476500"/>
                  </a:lnTo>
                  <a:lnTo>
                    <a:pt x="1738903" y="2463800"/>
                  </a:lnTo>
                  <a:lnTo>
                    <a:pt x="1690132" y="2438400"/>
                  </a:lnTo>
                  <a:lnTo>
                    <a:pt x="1642567" y="2425700"/>
                  </a:lnTo>
                  <a:lnTo>
                    <a:pt x="1596608" y="2400300"/>
                  </a:lnTo>
                  <a:lnTo>
                    <a:pt x="1552674" y="2387600"/>
                  </a:lnTo>
                  <a:lnTo>
                    <a:pt x="1510761" y="2362200"/>
                  </a:lnTo>
                  <a:lnTo>
                    <a:pt x="1470866" y="2336800"/>
                  </a:lnTo>
                  <a:lnTo>
                    <a:pt x="1432987" y="2311400"/>
                  </a:lnTo>
                  <a:lnTo>
                    <a:pt x="1397119" y="2273300"/>
                  </a:lnTo>
                  <a:lnTo>
                    <a:pt x="1363440" y="2247900"/>
                  </a:lnTo>
                  <a:lnTo>
                    <a:pt x="1332097" y="2209800"/>
                  </a:lnTo>
                  <a:lnTo>
                    <a:pt x="1303091" y="2171700"/>
                  </a:lnTo>
                  <a:lnTo>
                    <a:pt x="1276423" y="2133600"/>
                  </a:lnTo>
                  <a:lnTo>
                    <a:pt x="1252096" y="2095500"/>
                  </a:lnTo>
                  <a:lnTo>
                    <a:pt x="1230109" y="2057400"/>
                  </a:lnTo>
                  <a:lnTo>
                    <a:pt x="1210861" y="2006600"/>
                  </a:lnTo>
                  <a:lnTo>
                    <a:pt x="1194763" y="1968500"/>
                  </a:lnTo>
                  <a:lnTo>
                    <a:pt x="1181813" y="1917700"/>
                  </a:lnTo>
                  <a:lnTo>
                    <a:pt x="1172012" y="1866900"/>
                  </a:lnTo>
                  <a:lnTo>
                    <a:pt x="1165361" y="1803400"/>
                  </a:lnTo>
                  <a:lnTo>
                    <a:pt x="1161859" y="1752600"/>
                  </a:lnTo>
                  <a:lnTo>
                    <a:pt x="1164426" y="1701800"/>
                  </a:lnTo>
                  <a:lnTo>
                    <a:pt x="1170230" y="1638300"/>
                  </a:lnTo>
                  <a:lnTo>
                    <a:pt x="1179267" y="1587500"/>
                  </a:lnTo>
                  <a:lnTo>
                    <a:pt x="1191537" y="1536700"/>
                  </a:lnTo>
                  <a:lnTo>
                    <a:pt x="1207036" y="1498600"/>
                  </a:lnTo>
                  <a:lnTo>
                    <a:pt x="1225763" y="1447800"/>
                  </a:lnTo>
                  <a:lnTo>
                    <a:pt x="1247338" y="1409700"/>
                  </a:lnTo>
                  <a:lnTo>
                    <a:pt x="1271415" y="1371600"/>
                  </a:lnTo>
                  <a:lnTo>
                    <a:pt x="1297997" y="1333500"/>
                  </a:lnTo>
                  <a:lnTo>
                    <a:pt x="1327084" y="1295400"/>
                  </a:lnTo>
                  <a:lnTo>
                    <a:pt x="1358679" y="1270000"/>
                  </a:lnTo>
                  <a:lnTo>
                    <a:pt x="1392784" y="1231900"/>
                  </a:lnTo>
                  <a:lnTo>
                    <a:pt x="1429123" y="1206500"/>
                  </a:lnTo>
                  <a:lnTo>
                    <a:pt x="1467481" y="1181100"/>
                  </a:lnTo>
                  <a:lnTo>
                    <a:pt x="1507859" y="1155700"/>
                  </a:lnTo>
                  <a:lnTo>
                    <a:pt x="1550259" y="1130300"/>
                  </a:lnTo>
                  <a:lnTo>
                    <a:pt x="1594679" y="1104900"/>
                  </a:lnTo>
                  <a:lnTo>
                    <a:pt x="1641122" y="1079500"/>
                  </a:lnTo>
                  <a:lnTo>
                    <a:pt x="1689079" y="1066800"/>
                  </a:lnTo>
                  <a:lnTo>
                    <a:pt x="1738093" y="1041400"/>
                  </a:lnTo>
                  <a:lnTo>
                    <a:pt x="1944663" y="990600"/>
                  </a:lnTo>
                  <a:lnTo>
                    <a:pt x="1991021" y="977900"/>
                  </a:lnTo>
                  <a:lnTo>
                    <a:pt x="2037966" y="977900"/>
                  </a:lnTo>
                  <a:lnTo>
                    <a:pt x="2133631" y="952500"/>
                  </a:lnTo>
                  <a:lnTo>
                    <a:pt x="2182355" y="952500"/>
                  </a:lnTo>
                  <a:lnTo>
                    <a:pt x="2231675" y="939800"/>
                  </a:lnTo>
                  <a:lnTo>
                    <a:pt x="2381648" y="939800"/>
                  </a:lnTo>
                  <a:lnTo>
                    <a:pt x="2431408" y="927100"/>
                  </a:lnTo>
                  <a:lnTo>
                    <a:pt x="5097579" y="927100"/>
                  </a:lnTo>
                  <a:lnTo>
                    <a:pt x="5086026" y="901700"/>
                  </a:lnTo>
                  <a:lnTo>
                    <a:pt x="5061599" y="850900"/>
                  </a:lnTo>
                  <a:lnTo>
                    <a:pt x="5035852" y="812800"/>
                  </a:lnTo>
                  <a:lnTo>
                    <a:pt x="5008785" y="762000"/>
                  </a:lnTo>
                  <a:lnTo>
                    <a:pt x="4980398" y="723900"/>
                  </a:lnTo>
                  <a:lnTo>
                    <a:pt x="4950692" y="673100"/>
                  </a:lnTo>
                  <a:lnTo>
                    <a:pt x="4919665" y="635000"/>
                  </a:lnTo>
                  <a:lnTo>
                    <a:pt x="4887319" y="596900"/>
                  </a:lnTo>
                  <a:lnTo>
                    <a:pt x="4853653" y="558800"/>
                  </a:lnTo>
                  <a:lnTo>
                    <a:pt x="4818768" y="533400"/>
                  </a:lnTo>
                  <a:lnTo>
                    <a:pt x="4782780" y="495300"/>
                  </a:lnTo>
                  <a:lnTo>
                    <a:pt x="4745689" y="469900"/>
                  </a:lnTo>
                  <a:lnTo>
                    <a:pt x="4707496" y="431800"/>
                  </a:lnTo>
                  <a:lnTo>
                    <a:pt x="4668200" y="406400"/>
                  </a:lnTo>
                  <a:lnTo>
                    <a:pt x="4627800" y="381000"/>
                  </a:lnTo>
                  <a:lnTo>
                    <a:pt x="4586297" y="342900"/>
                  </a:lnTo>
                  <a:lnTo>
                    <a:pt x="4543691" y="317500"/>
                  </a:lnTo>
                  <a:lnTo>
                    <a:pt x="4499980" y="304800"/>
                  </a:lnTo>
                  <a:lnTo>
                    <a:pt x="4455166" y="279400"/>
                  </a:lnTo>
                  <a:lnTo>
                    <a:pt x="4409247" y="254000"/>
                  </a:lnTo>
                  <a:lnTo>
                    <a:pt x="4362469" y="241300"/>
                  </a:lnTo>
                  <a:lnTo>
                    <a:pt x="4315093" y="215900"/>
                  </a:lnTo>
                  <a:lnTo>
                    <a:pt x="4267119" y="203200"/>
                  </a:lnTo>
                  <a:lnTo>
                    <a:pt x="4218545" y="177800"/>
                  </a:lnTo>
                  <a:lnTo>
                    <a:pt x="4069229" y="139700"/>
                  </a:lnTo>
                  <a:lnTo>
                    <a:pt x="4018257" y="114300"/>
                  </a:lnTo>
                  <a:lnTo>
                    <a:pt x="3966684" y="101600"/>
                  </a:lnTo>
                  <a:close/>
                </a:path>
                <a:path extrusionOk="0" h="3492500" w="5257800">
                  <a:moveTo>
                    <a:pt x="5097579" y="927100"/>
                  </a:moveTo>
                  <a:lnTo>
                    <a:pt x="2825969" y="927100"/>
                  </a:lnTo>
                  <a:lnTo>
                    <a:pt x="2875736" y="939800"/>
                  </a:lnTo>
                  <a:lnTo>
                    <a:pt x="2975815" y="939800"/>
                  </a:lnTo>
                  <a:lnTo>
                    <a:pt x="3025746" y="952500"/>
                  </a:lnTo>
                  <a:lnTo>
                    <a:pt x="3124015" y="952500"/>
                  </a:lnTo>
                  <a:lnTo>
                    <a:pt x="3220162" y="977900"/>
                  </a:lnTo>
                  <a:lnTo>
                    <a:pt x="3267441" y="977900"/>
                  </a:lnTo>
                  <a:lnTo>
                    <a:pt x="3314192" y="990600"/>
                  </a:lnTo>
                  <a:lnTo>
                    <a:pt x="3367845" y="1003300"/>
                  </a:lnTo>
                  <a:lnTo>
                    <a:pt x="3522032" y="1041400"/>
                  </a:lnTo>
                  <a:lnTo>
                    <a:pt x="3571169" y="1066800"/>
                  </a:lnTo>
                  <a:lnTo>
                    <a:pt x="3619177" y="1079500"/>
                  </a:lnTo>
                  <a:lnTo>
                    <a:pt x="3665562" y="1104900"/>
                  </a:lnTo>
                  <a:lnTo>
                    <a:pt x="3709857" y="1130300"/>
                  </a:lnTo>
                  <a:lnTo>
                    <a:pt x="3752059" y="1155700"/>
                  </a:lnTo>
                  <a:lnTo>
                    <a:pt x="3792165" y="1181100"/>
                  </a:lnTo>
                  <a:lnTo>
                    <a:pt x="3830170" y="1206500"/>
                  </a:lnTo>
                  <a:lnTo>
                    <a:pt x="3866070" y="1231900"/>
                  </a:lnTo>
                  <a:lnTo>
                    <a:pt x="3906217" y="1270000"/>
                  </a:lnTo>
                  <a:lnTo>
                    <a:pt x="3942990" y="1308100"/>
                  </a:lnTo>
                  <a:lnTo>
                    <a:pt x="3976391" y="1358900"/>
                  </a:lnTo>
                  <a:lnTo>
                    <a:pt x="4006424" y="1397000"/>
                  </a:lnTo>
                  <a:lnTo>
                    <a:pt x="4033091" y="1447800"/>
                  </a:lnTo>
                  <a:lnTo>
                    <a:pt x="4052177" y="1498600"/>
                  </a:lnTo>
                  <a:lnTo>
                    <a:pt x="4067792" y="1536700"/>
                  </a:lnTo>
                  <a:lnTo>
                    <a:pt x="4079937" y="1587500"/>
                  </a:lnTo>
                  <a:lnTo>
                    <a:pt x="4088611" y="1638300"/>
                  </a:lnTo>
                  <a:lnTo>
                    <a:pt x="4093815" y="1701800"/>
                  </a:lnTo>
                  <a:lnTo>
                    <a:pt x="4095550" y="1752600"/>
                  </a:lnTo>
                  <a:lnTo>
                    <a:pt x="4092688" y="1803400"/>
                  </a:lnTo>
                  <a:lnTo>
                    <a:pt x="4086711" y="1866900"/>
                  </a:lnTo>
                  <a:lnTo>
                    <a:pt x="4077619" y="1917700"/>
                  </a:lnTo>
                  <a:lnTo>
                    <a:pt x="4065411" y="1968500"/>
                  </a:lnTo>
                  <a:lnTo>
                    <a:pt x="4050085" y="2019300"/>
                  </a:lnTo>
                  <a:lnTo>
                    <a:pt x="4031641" y="2057400"/>
                  </a:lnTo>
                  <a:lnTo>
                    <a:pt x="4010077" y="2095500"/>
                  </a:lnTo>
                  <a:lnTo>
                    <a:pt x="3985392" y="2146300"/>
                  </a:lnTo>
                  <a:lnTo>
                    <a:pt x="3957586" y="2171700"/>
                  </a:lnTo>
                  <a:lnTo>
                    <a:pt x="3923335" y="2222500"/>
                  </a:lnTo>
                  <a:lnTo>
                    <a:pt x="3886683" y="2247900"/>
                  </a:lnTo>
                  <a:lnTo>
                    <a:pt x="3847627" y="2286000"/>
                  </a:lnTo>
                  <a:lnTo>
                    <a:pt x="3806169" y="2324100"/>
                  </a:lnTo>
                  <a:lnTo>
                    <a:pt x="3762306" y="2349500"/>
                  </a:lnTo>
                  <a:lnTo>
                    <a:pt x="3716039" y="2374900"/>
                  </a:lnTo>
                  <a:lnTo>
                    <a:pt x="3667366" y="2400300"/>
                  </a:lnTo>
                  <a:lnTo>
                    <a:pt x="3616287" y="2425700"/>
                  </a:lnTo>
                  <a:lnTo>
                    <a:pt x="3573952" y="2438400"/>
                  </a:lnTo>
                  <a:lnTo>
                    <a:pt x="3530598" y="2463800"/>
                  </a:lnTo>
                  <a:lnTo>
                    <a:pt x="3486226" y="2476500"/>
                  </a:lnTo>
                  <a:lnTo>
                    <a:pt x="3347009" y="2514600"/>
                  </a:lnTo>
                  <a:lnTo>
                    <a:pt x="3298572" y="2514600"/>
                  </a:lnTo>
                  <a:lnTo>
                    <a:pt x="3198652" y="2540000"/>
                  </a:lnTo>
                  <a:lnTo>
                    <a:pt x="3147171" y="2540000"/>
                  </a:lnTo>
                  <a:lnTo>
                    <a:pt x="3095191" y="2552700"/>
                  </a:lnTo>
                  <a:lnTo>
                    <a:pt x="2991319" y="2552700"/>
                  </a:lnTo>
                  <a:lnTo>
                    <a:pt x="2939427" y="2565400"/>
                  </a:lnTo>
                  <a:lnTo>
                    <a:pt x="2783930" y="2565400"/>
                  </a:lnTo>
                  <a:lnTo>
                    <a:pt x="2732158" y="2578100"/>
                  </a:lnTo>
                  <a:lnTo>
                    <a:pt x="5091802" y="2578100"/>
                  </a:lnTo>
                  <a:lnTo>
                    <a:pt x="5109132" y="2540000"/>
                  </a:lnTo>
                  <a:lnTo>
                    <a:pt x="5130917" y="2489200"/>
                  </a:lnTo>
                  <a:lnTo>
                    <a:pt x="5151382" y="2438400"/>
                  </a:lnTo>
                  <a:lnTo>
                    <a:pt x="5166372" y="2400300"/>
                  </a:lnTo>
                  <a:lnTo>
                    <a:pt x="5180220" y="2349500"/>
                  </a:lnTo>
                  <a:lnTo>
                    <a:pt x="5192926" y="2311400"/>
                  </a:lnTo>
                  <a:lnTo>
                    <a:pt x="5204492" y="2260600"/>
                  </a:lnTo>
                  <a:lnTo>
                    <a:pt x="5214916" y="2222500"/>
                  </a:lnTo>
                  <a:lnTo>
                    <a:pt x="5224199" y="2171700"/>
                  </a:lnTo>
                  <a:lnTo>
                    <a:pt x="5232341" y="2120900"/>
                  </a:lnTo>
                  <a:lnTo>
                    <a:pt x="5239343" y="2070100"/>
                  </a:lnTo>
                  <a:lnTo>
                    <a:pt x="5245205" y="2019300"/>
                  </a:lnTo>
                  <a:lnTo>
                    <a:pt x="5249926" y="1968500"/>
                  </a:lnTo>
                  <a:lnTo>
                    <a:pt x="5253507" y="1917700"/>
                  </a:lnTo>
                  <a:lnTo>
                    <a:pt x="5255948" y="1866900"/>
                  </a:lnTo>
                  <a:lnTo>
                    <a:pt x="5257249" y="1803400"/>
                  </a:lnTo>
                  <a:lnTo>
                    <a:pt x="5257410" y="1752600"/>
                  </a:lnTo>
                  <a:lnTo>
                    <a:pt x="5257281" y="1701800"/>
                  </a:lnTo>
                  <a:lnTo>
                    <a:pt x="5257249" y="1689100"/>
                  </a:lnTo>
                  <a:lnTo>
                    <a:pt x="5255948" y="1638300"/>
                  </a:lnTo>
                  <a:lnTo>
                    <a:pt x="5253507" y="1587500"/>
                  </a:lnTo>
                  <a:lnTo>
                    <a:pt x="5249926" y="1524000"/>
                  </a:lnTo>
                  <a:lnTo>
                    <a:pt x="5245205" y="1473200"/>
                  </a:lnTo>
                  <a:lnTo>
                    <a:pt x="5239343" y="1422400"/>
                  </a:lnTo>
                  <a:lnTo>
                    <a:pt x="5232341" y="1371600"/>
                  </a:lnTo>
                  <a:lnTo>
                    <a:pt x="5224199" y="1320800"/>
                  </a:lnTo>
                  <a:lnTo>
                    <a:pt x="5214916" y="1270000"/>
                  </a:lnTo>
                  <a:lnTo>
                    <a:pt x="5204492" y="1231900"/>
                  </a:lnTo>
                  <a:lnTo>
                    <a:pt x="5192926" y="1181100"/>
                  </a:lnTo>
                  <a:lnTo>
                    <a:pt x="5180220" y="1143000"/>
                  </a:lnTo>
                  <a:lnTo>
                    <a:pt x="5166372" y="1092200"/>
                  </a:lnTo>
                  <a:lnTo>
                    <a:pt x="5151382" y="1054100"/>
                  </a:lnTo>
                  <a:lnTo>
                    <a:pt x="5130917" y="1003300"/>
                  </a:lnTo>
                  <a:lnTo>
                    <a:pt x="5109132" y="952500"/>
                  </a:lnTo>
                  <a:lnTo>
                    <a:pt x="5097579" y="927100"/>
                  </a:lnTo>
                  <a:close/>
                </a:path>
                <a:path extrusionOk="0" h="3492500" w="5257800">
                  <a:moveTo>
                    <a:pt x="3763779" y="63500"/>
                  </a:moveTo>
                  <a:lnTo>
                    <a:pt x="1493668" y="63500"/>
                  </a:lnTo>
                  <a:lnTo>
                    <a:pt x="1395674" y="88900"/>
                  </a:lnTo>
                  <a:lnTo>
                    <a:pt x="1342910" y="101600"/>
                  </a:lnTo>
                  <a:lnTo>
                    <a:pt x="3914510" y="101600"/>
                  </a:lnTo>
                  <a:lnTo>
                    <a:pt x="3861735" y="88900"/>
                  </a:lnTo>
                  <a:lnTo>
                    <a:pt x="3763779" y="63500"/>
                  </a:lnTo>
                  <a:close/>
                </a:path>
                <a:path extrusionOk="0" h="3492500" w="5257800">
                  <a:moveTo>
                    <a:pt x="3614427" y="38100"/>
                  </a:moveTo>
                  <a:lnTo>
                    <a:pt x="1643224" y="38100"/>
                  </a:lnTo>
                  <a:lnTo>
                    <a:pt x="1543178" y="63500"/>
                  </a:lnTo>
                  <a:lnTo>
                    <a:pt x="3714318" y="63500"/>
                  </a:lnTo>
                  <a:lnTo>
                    <a:pt x="3614427" y="38100"/>
                  </a:lnTo>
                  <a:close/>
                </a:path>
                <a:path extrusionOk="0" h="3492500" w="5257800">
                  <a:moveTo>
                    <a:pt x="3513247" y="25400"/>
                  </a:moveTo>
                  <a:lnTo>
                    <a:pt x="1744641" y="25400"/>
                  </a:lnTo>
                  <a:lnTo>
                    <a:pt x="1693761" y="38100"/>
                  </a:lnTo>
                  <a:lnTo>
                    <a:pt x="3563998" y="38100"/>
                  </a:lnTo>
                  <a:lnTo>
                    <a:pt x="3513247" y="25400"/>
                  </a:lnTo>
                  <a:close/>
                </a:path>
                <a:path extrusionOk="0" h="3492500" w="5257800">
                  <a:moveTo>
                    <a:pt x="3359059" y="12700"/>
                  </a:moveTo>
                  <a:lnTo>
                    <a:pt x="1899344" y="12700"/>
                  </a:lnTo>
                  <a:lnTo>
                    <a:pt x="1847432" y="25400"/>
                  </a:lnTo>
                  <a:lnTo>
                    <a:pt x="3410777" y="25400"/>
                  </a:lnTo>
                  <a:lnTo>
                    <a:pt x="3359059" y="12700"/>
                  </a:lnTo>
                  <a:close/>
                </a:path>
                <a:path extrusionOk="0" h="3492500" w="5257800">
                  <a:moveTo>
                    <a:pt x="3097333" y="0"/>
                  </a:moveTo>
                  <a:lnTo>
                    <a:pt x="2161944" y="0"/>
                  </a:lnTo>
                  <a:lnTo>
                    <a:pt x="2109482" y="12700"/>
                  </a:lnTo>
                  <a:lnTo>
                    <a:pt x="3149710" y="12700"/>
                  </a:lnTo>
                  <a:lnTo>
                    <a:pt x="309733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5" name="Google Shape;75;p2"/>
            <p:cNvSpPr/>
            <p:nvPr/>
          </p:nvSpPr>
          <p:spPr>
            <a:xfrm>
              <a:off x="12863716" y="4017714"/>
              <a:ext cx="7240905" cy="3416300"/>
            </a:xfrm>
            <a:custGeom>
              <a:rect b="b" l="l" r="r" t="t"/>
              <a:pathLst>
                <a:path extrusionOk="0" h="3416300" w="7240905">
                  <a:moveTo>
                    <a:pt x="4583519" y="2468943"/>
                  </a:moveTo>
                  <a:lnTo>
                    <a:pt x="4582350" y="2420899"/>
                  </a:lnTo>
                  <a:lnTo>
                    <a:pt x="4578832" y="2373592"/>
                  </a:lnTo>
                  <a:lnTo>
                    <a:pt x="4572978" y="2326995"/>
                  </a:lnTo>
                  <a:lnTo>
                    <a:pt x="4564786" y="2281123"/>
                  </a:lnTo>
                  <a:lnTo>
                    <a:pt x="4554258" y="2235962"/>
                  </a:lnTo>
                  <a:lnTo>
                    <a:pt x="4541393" y="2191524"/>
                  </a:lnTo>
                  <a:lnTo>
                    <a:pt x="4523270" y="2139492"/>
                  </a:lnTo>
                  <a:lnTo>
                    <a:pt x="4511853" y="2111654"/>
                  </a:lnTo>
                  <a:lnTo>
                    <a:pt x="4502594" y="2089073"/>
                  </a:lnTo>
                  <a:lnTo>
                    <a:pt x="4479353" y="2040280"/>
                  </a:lnTo>
                  <a:lnTo>
                    <a:pt x="4453560" y="1993099"/>
                  </a:lnTo>
                  <a:lnTo>
                    <a:pt x="4425213" y="1947545"/>
                  </a:lnTo>
                  <a:lnTo>
                    <a:pt x="4394428" y="1903818"/>
                  </a:lnTo>
                  <a:lnTo>
                    <a:pt x="4361319" y="1862048"/>
                  </a:lnTo>
                  <a:lnTo>
                    <a:pt x="4325874" y="1822246"/>
                  </a:lnTo>
                  <a:lnTo>
                    <a:pt x="4288117" y="1784426"/>
                  </a:lnTo>
                  <a:lnTo>
                    <a:pt x="4248048" y="1748574"/>
                  </a:lnTo>
                  <a:lnTo>
                    <a:pt x="4205922" y="1714995"/>
                  </a:lnTo>
                  <a:lnTo>
                    <a:pt x="4162056" y="1683981"/>
                  </a:lnTo>
                  <a:lnTo>
                    <a:pt x="4116451" y="1655521"/>
                  </a:lnTo>
                  <a:lnTo>
                    <a:pt x="4069105" y="1629613"/>
                  </a:lnTo>
                  <a:lnTo>
                    <a:pt x="4020045" y="1606257"/>
                  </a:lnTo>
                  <a:lnTo>
                    <a:pt x="4051516" y="1574482"/>
                  </a:lnTo>
                  <a:lnTo>
                    <a:pt x="4082097" y="1540167"/>
                  </a:lnTo>
                  <a:lnTo>
                    <a:pt x="4111790" y="1503324"/>
                  </a:lnTo>
                  <a:lnTo>
                    <a:pt x="4140555" y="1463916"/>
                  </a:lnTo>
                  <a:lnTo>
                    <a:pt x="4167975" y="1422641"/>
                  </a:lnTo>
                  <a:lnTo>
                    <a:pt x="4193565" y="1380070"/>
                  </a:lnTo>
                  <a:lnTo>
                    <a:pt x="4217352" y="1336217"/>
                  </a:lnTo>
                  <a:lnTo>
                    <a:pt x="4228719" y="1312862"/>
                  </a:lnTo>
                  <a:lnTo>
                    <a:pt x="4239336" y="1291094"/>
                  </a:lnTo>
                  <a:lnTo>
                    <a:pt x="4259288" y="1245069"/>
                  </a:lnTo>
                  <a:lnTo>
                    <a:pt x="4277068" y="1198511"/>
                  </a:lnTo>
                  <a:lnTo>
                    <a:pt x="4292689" y="1151394"/>
                  </a:lnTo>
                  <a:lnTo>
                    <a:pt x="4306138" y="1103757"/>
                  </a:lnTo>
                  <a:lnTo>
                    <a:pt x="4316920" y="1055827"/>
                  </a:lnTo>
                  <a:lnTo>
                    <a:pt x="4324629" y="1007897"/>
                  </a:lnTo>
                  <a:lnTo>
                    <a:pt x="4329265" y="959967"/>
                  </a:lnTo>
                  <a:lnTo>
                    <a:pt x="4330814" y="912037"/>
                  </a:lnTo>
                  <a:lnTo>
                    <a:pt x="4329366" y="858596"/>
                  </a:lnTo>
                  <a:lnTo>
                    <a:pt x="4325112" y="807478"/>
                  </a:lnTo>
                  <a:lnTo>
                    <a:pt x="4325010" y="806170"/>
                  </a:lnTo>
                  <a:lnTo>
                    <a:pt x="4317746" y="754748"/>
                  </a:lnTo>
                  <a:lnTo>
                    <a:pt x="4307586" y="704329"/>
                  </a:lnTo>
                  <a:lnTo>
                    <a:pt x="4294517" y="654926"/>
                  </a:lnTo>
                  <a:lnTo>
                    <a:pt x="4278541" y="606526"/>
                  </a:lnTo>
                  <a:lnTo>
                    <a:pt x="4259669" y="559142"/>
                  </a:lnTo>
                  <a:lnTo>
                    <a:pt x="4238282" y="513118"/>
                  </a:lnTo>
                  <a:lnTo>
                    <a:pt x="4214838" y="468807"/>
                  </a:lnTo>
                  <a:lnTo>
                    <a:pt x="4189311" y="426212"/>
                  </a:lnTo>
                  <a:lnTo>
                    <a:pt x="4161726" y="385330"/>
                  </a:lnTo>
                  <a:lnTo>
                    <a:pt x="4132059" y="346163"/>
                  </a:lnTo>
                  <a:lnTo>
                    <a:pt x="4100322" y="308724"/>
                  </a:lnTo>
                  <a:lnTo>
                    <a:pt x="4066502" y="273011"/>
                  </a:lnTo>
                  <a:lnTo>
                    <a:pt x="4030789" y="239204"/>
                  </a:lnTo>
                  <a:lnTo>
                    <a:pt x="3993350" y="207454"/>
                  </a:lnTo>
                  <a:lnTo>
                    <a:pt x="3954195" y="177800"/>
                  </a:lnTo>
                  <a:lnTo>
                    <a:pt x="3913314" y="150202"/>
                  </a:lnTo>
                  <a:lnTo>
                    <a:pt x="3870731" y="124688"/>
                  </a:lnTo>
                  <a:lnTo>
                    <a:pt x="3826421" y="101244"/>
                  </a:lnTo>
                  <a:lnTo>
                    <a:pt x="3780409" y="79870"/>
                  </a:lnTo>
                  <a:lnTo>
                    <a:pt x="3733000" y="60998"/>
                  </a:lnTo>
                  <a:lnTo>
                    <a:pt x="3684600" y="45021"/>
                  </a:lnTo>
                  <a:lnTo>
                    <a:pt x="3635184" y="31953"/>
                  </a:lnTo>
                  <a:lnTo>
                    <a:pt x="3584765" y="21780"/>
                  </a:lnTo>
                  <a:lnTo>
                    <a:pt x="3533343" y="14516"/>
                  </a:lnTo>
                  <a:lnTo>
                    <a:pt x="3480917" y="10147"/>
                  </a:lnTo>
                  <a:lnTo>
                    <a:pt x="3427488" y="8699"/>
                  </a:lnTo>
                  <a:lnTo>
                    <a:pt x="3427488" y="2364359"/>
                  </a:lnTo>
                  <a:lnTo>
                    <a:pt x="3422853" y="2414740"/>
                  </a:lnTo>
                  <a:lnTo>
                    <a:pt x="3408972" y="2461310"/>
                  </a:lnTo>
                  <a:lnTo>
                    <a:pt x="3385820" y="2504059"/>
                  </a:lnTo>
                  <a:lnTo>
                    <a:pt x="3353409" y="2543010"/>
                  </a:lnTo>
                  <a:lnTo>
                    <a:pt x="3314471" y="2575407"/>
                  </a:lnTo>
                  <a:lnTo>
                    <a:pt x="3271723" y="2598559"/>
                  </a:lnTo>
                  <a:lnTo>
                    <a:pt x="3225152" y="2612440"/>
                  </a:lnTo>
                  <a:lnTo>
                    <a:pt x="3174771" y="2617063"/>
                  </a:lnTo>
                  <a:lnTo>
                    <a:pt x="1158951" y="2617063"/>
                  </a:lnTo>
                  <a:lnTo>
                    <a:pt x="1158951" y="2111654"/>
                  </a:lnTo>
                  <a:lnTo>
                    <a:pt x="3174771" y="2111654"/>
                  </a:lnTo>
                  <a:lnTo>
                    <a:pt x="3225152" y="2116277"/>
                  </a:lnTo>
                  <a:lnTo>
                    <a:pt x="3271723" y="2130171"/>
                  </a:lnTo>
                  <a:lnTo>
                    <a:pt x="3314471" y="2153323"/>
                  </a:lnTo>
                  <a:lnTo>
                    <a:pt x="3353409" y="2185746"/>
                  </a:lnTo>
                  <a:lnTo>
                    <a:pt x="3385820" y="2224671"/>
                  </a:lnTo>
                  <a:lnTo>
                    <a:pt x="3408972" y="2267420"/>
                  </a:lnTo>
                  <a:lnTo>
                    <a:pt x="3422853" y="2313990"/>
                  </a:lnTo>
                  <a:lnTo>
                    <a:pt x="3427488" y="2364359"/>
                  </a:lnTo>
                  <a:lnTo>
                    <a:pt x="3427488" y="8699"/>
                  </a:lnTo>
                  <a:lnTo>
                    <a:pt x="3267722" y="8699"/>
                  </a:lnTo>
                  <a:lnTo>
                    <a:pt x="3267722" y="1060183"/>
                  </a:lnTo>
                  <a:lnTo>
                    <a:pt x="3263087" y="1110551"/>
                  </a:lnTo>
                  <a:lnTo>
                    <a:pt x="3249206" y="1157109"/>
                  </a:lnTo>
                  <a:lnTo>
                    <a:pt x="3226066" y="1199870"/>
                  </a:lnTo>
                  <a:lnTo>
                    <a:pt x="3193656" y="1238808"/>
                  </a:lnTo>
                  <a:lnTo>
                    <a:pt x="3154718" y="1271206"/>
                  </a:lnTo>
                  <a:lnTo>
                    <a:pt x="3111970" y="1294358"/>
                  </a:lnTo>
                  <a:lnTo>
                    <a:pt x="3065399" y="1308239"/>
                  </a:lnTo>
                  <a:lnTo>
                    <a:pt x="3015018" y="1312862"/>
                  </a:lnTo>
                  <a:lnTo>
                    <a:pt x="1158951" y="1312862"/>
                  </a:lnTo>
                  <a:lnTo>
                    <a:pt x="1158951" y="807478"/>
                  </a:lnTo>
                  <a:lnTo>
                    <a:pt x="3015018" y="807478"/>
                  </a:lnTo>
                  <a:lnTo>
                    <a:pt x="3065399" y="812114"/>
                  </a:lnTo>
                  <a:lnTo>
                    <a:pt x="3111970" y="825995"/>
                  </a:lnTo>
                  <a:lnTo>
                    <a:pt x="3154718" y="849134"/>
                  </a:lnTo>
                  <a:lnTo>
                    <a:pt x="3193656" y="881545"/>
                  </a:lnTo>
                  <a:lnTo>
                    <a:pt x="3226066" y="920483"/>
                  </a:lnTo>
                  <a:lnTo>
                    <a:pt x="3249206" y="963244"/>
                  </a:lnTo>
                  <a:lnTo>
                    <a:pt x="3263087" y="1009802"/>
                  </a:lnTo>
                  <a:lnTo>
                    <a:pt x="3267722" y="1060183"/>
                  </a:lnTo>
                  <a:lnTo>
                    <a:pt x="3267722" y="8699"/>
                  </a:lnTo>
                  <a:lnTo>
                    <a:pt x="0" y="8699"/>
                  </a:lnTo>
                  <a:lnTo>
                    <a:pt x="0" y="3415855"/>
                  </a:lnTo>
                  <a:lnTo>
                    <a:pt x="607377" y="3415855"/>
                  </a:lnTo>
                  <a:lnTo>
                    <a:pt x="1589303" y="3413696"/>
                  </a:lnTo>
                  <a:lnTo>
                    <a:pt x="3642436" y="3412947"/>
                  </a:lnTo>
                  <a:lnTo>
                    <a:pt x="3697541" y="3411436"/>
                  </a:lnTo>
                  <a:lnTo>
                    <a:pt x="3751707" y="3406902"/>
                  </a:lnTo>
                  <a:lnTo>
                    <a:pt x="3804932" y="3399345"/>
                  </a:lnTo>
                  <a:lnTo>
                    <a:pt x="3857218" y="3388753"/>
                  </a:lnTo>
                  <a:lnTo>
                    <a:pt x="3908564" y="3375152"/>
                  </a:lnTo>
                  <a:lnTo>
                    <a:pt x="3958958" y="3358515"/>
                  </a:lnTo>
                  <a:lnTo>
                    <a:pt x="4008412" y="3338855"/>
                  </a:lnTo>
                  <a:lnTo>
                    <a:pt x="4056469" y="3316617"/>
                  </a:lnTo>
                  <a:lnTo>
                    <a:pt x="4102760" y="3292170"/>
                  </a:lnTo>
                  <a:lnTo>
                    <a:pt x="4147274" y="3265525"/>
                  </a:lnTo>
                  <a:lnTo>
                    <a:pt x="4190009" y="3236696"/>
                  </a:lnTo>
                  <a:lnTo>
                    <a:pt x="4230979" y="3205657"/>
                  </a:lnTo>
                  <a:lnTo>
                    <a:pt x="4270159" y="3172434"/>
                  </a:lnTo>
                  <a:lnTo>
                    <a:pt x="4307586" y="3137014"/>
                  </a:lnTo>
                  <a:lnTo>
                    <a:pt x="4342993" y="3099574"/>
                  </a:lnTo>
                  <a:lnTo>
                    <a:pt x="4376217" y="3060306"/>
                  </a:lnTo>
                  <a:lnTo>
                    <a:pt x="4407255" y="3019196"/>
                  </a:lnTo>
                  <a:lnTo>
                    <a:pt x="4436097" y="2976245"/>
                  </a:lnTo>
                  <a:lnTo>
                    <a:pt x="4462742" y="2931464"/>
                  </a:lnTo>
                  <a:lnTo>
                    <a:pt x="4487202" y="2884830"/>
                  </a:lnTo>
                  <a:lnTo>
                    <a:pt x="4509465" y="2836367"/>
                  </a:lnTo>
                  <a:lnTo>
                    <a:pt x="4529112" y="2786545"/>
                  </a:lnTo>
                  <a:lnTo>
                    <a:pt x="4545736" y="2735846"/>
                  </a:lnTo>
                  <a:lnTo>
                    <a:pt x="4559338" y="2684246"/>
                  </a:lnTo>
                  <a:lnTo>
                    <a:pt x="4569917" y="2631757"/>
                  </a:lnTo>
                  <a:lnTo>
                    <a:pt x="4577473" y="2578379"/>
                  </a:lnTo>
                  <a:lnTo>
                    <a:pt x="4582007" y="2524112"/>
                  </a:lnTo>
                  <a:lnTo>
                    <a:pt x="4583519" y="2468943"/>
                  </a:lnTo>
                  <a:close/>
                </a:path>
                <a:path extrusionOk="0" h="3416300" w="7240905">
                  <a:moveTo>
                    <a:pt x="7240371" y="0"/>
                  </a:moveTo>
                  <a:lnTo>
                    <a:pt x="6814312" y="0"/>
                  </a:lnTo>
                  <a:lnTo>
                    <a:pt x="4609681" y="3407143"/>
                  </a:lnTo>
                  <a:lnTo>
                    <a:pt x="5928398" y="3407143"/>
                  </a:lnTo>
                  <a:lnTo>
                    <a:pt x="6262433" y="2901721"/>
                  </a:lnTo>
                  <a:lnTo>
                    <a:pt x="7240371" y="2901721"/>
                  </a:lnTo>
                  <a:lnTo>
                    <a:pt x="7240371" y="1989670"/>
                  </a:lnTo>
                  <a:lnTo>
                    <a:pt x="6863664" y="1989670"/>
                  </a:lnTo>
                  <a:lnTo>
                    <a:pt x="7240371" y="1420634"/>
                  </a:lnTo>
                  <a:lnTo>
                    <a:pt x="724037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6" name="Google Shape;76;p2"/>
            <p:cNvSpPr/>
            <p:nvPr/>
          </p:nvSpPr>
          <p:spPr>
            <a:xfrm>
              <a:off x="0" y="7909249"/>
              <a:ext cx="4439285" cy="3399790"/>
            </a:xfrm>
            <a:custGeom>
              <a:rect b="b" l="l" r="r" t="t"/>
              <a:pathLst>
                <a:path extrusionOk="0" h="3399790" w="4439285">
                  <a:moveTo>
                    <a:pt x="4439183" y="2158149"/>
                  </a:moveTo>
                  <a:lnTo>
                    <a:pt x="3280245" y="2158149"/>
                  </a:lnTo>
                  <a:lnTo>
                    <a:pt x="3280245" y="3399307"/>
                  </a:lnTo>
                  <a:lnTo>
                    <a:pt x="4439183" y="3399307"/>
                  </a:lnTo>
                  <a:lnTo>
                    <a:pt x="4439183" y="2158149"/>
                  </a:lnTo>
                  <a:close/>
                </a:path>
                <a:path extrusionOk="0" h="3399790" w="4439285">
                  <a:moveTo>
                    <a:pt x="4439183" y="0"/>
                  </a:moveTo>
                  <a:lnTo>
                    <a:pt x="3280245" y="0"/>
                  </a:lnTo>
                  <a:lnTo>
                    <a:pt x="3280245" y="1245870"/>
                  </a:lnTo>
                  <a:lnTo>
                    <a:pt x="715454" y="1245870"/>
                  </a:lnTo>
                  <a:lnTo>
                    <a:pt x="715454" y="0"/>
                  </a:lnTo>
                  <a:lnTo>
                    <a:pt x="0" y="0"/>
                  </a:lnTo>
                  <a:lnTo>
                    <a:pt x="0" y="1245870"/>
                  </a:lnTo>
                  <a:lnTo>
                    <a:pt x="0" y="2157730"/>
                  </a:lnTo>
                  <a:lnTo>
                    <a:pt x="0" y="3399777"/>
                  </a:lnTo>
                  <a:lnTo>
                    <a:pt x="715454" y="3399777"/>
                  </a:lnTo>
                  <a:lnTo>
                    <a:pt x="715454" y="2157730"/>
                  </a:lnTo>
                  <a:lnTo>
                    <a:pt x="4439183" y="2157730"/>
                  </a:lnTo>
                  <a:lnTo>
                    <a:pt x="4439183" y="1246073"/>
                  </a:lnTo>
                  <a:lnTo>
                    <a:pt x="4439183" y="1245870"/>
                  </a:lnTo>
                  <a:lnTo>
                    <a:pt x="443918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7" name="Google Shape;77;p2"/>
            <p:cNvSpPr/>
            <p:nvPr/>
          </p:nvSpPr>
          <p:spPr>
            <a:xfrm>
              <a:off x="4772507" y="7865674"/>
              <a:ext cx="10358755" cy="3442970"/>
            </a:xfrm>
            <a:custGeom>
              <a:rect b="b" l="l" r="r" t="t"/>
              <a:pathLst>
                <a:path extrusionOk="0" h="3442970" w="10358755">
                  <a:moveTo>
                    <a:pt x="5874651" y="3442881"/>
                  </a:moveTo>
                  <a:lnTo>
                    <a:pt x="5553888" y="2948228"/>
                  </a:lnTo>
                  <a:lnTo>
                    <a:pt x="4962436" y="2036152"/>
                  </a:lnTo>
                  <a:lnTo>
                    <a:pt x="4288129" y="996289"/>
                  </a:lnTo>
                  <a:lnTo>
                    <a:pt x="3672205" y="46469"/>
                  </a:lnTo>
                  <a:lnTo>
                    <a:pt x="3622852" y="46469"/>
                  </a:lnTo>
                  <a:lnTo>
                    <a:pt x="3622852" y="2036152"/>
                  </a:lnTo>
                  <a:lnTo>
                    <a:pt x="2248928" y="2036152"/>
                  </a:lnTo>
                  <a:lnTo>
                    <a:pt x="2937332" y="996289"/>
                  </a:lnTo>
                  <a:lnTo>
                    <a:pt x="3622852" y="2036152"/>
                  </a:lnTo>
                  <a:lnTo>
                    <a:pt x="3622852" y="46469"/>
                  </a:lnTo>
                  <a:lnTo>
                    <a:pt x="2199563" y="46469"/>
                  </a:lnTo>
                  <a:lnTo>
                    <a:pt x="0" y="3442881"/>
                  </a:lnTo>
                  <a:lnTo>
                    <a:pt x="1318856" y="3442881"/>
                  </a:lnTo>
                  <a:lnTo>
                    <a:pt x="1647685" y="2948228"/>
                  </a:lnTo>
                  <a:lnTo>
                    <a:pt x="4227004" y="2948228"/>
                  </a:lnTo>
                  <a:lnTo>
                    <a:pt x="4555833" y="3442881"/>
                  </a:lnTo>
                  <a:lnTo>
                    <a:pt x="5874651" y="3442881"/>
                  </a:lnTo>
                  <a:close/>
                </a:path>
                <a:path extrusionOk="0" h="3442970" w="10358755">
                  <a:moveTo>
                    <a:pt x="10358704" y="249796"/>
                  </a:moveTo>
                  <a:lnTo>
                    <a:pt x="10307574" y="235280"/>
                  </a:lnTo>
                  <a:lnTo>
                    <a:pt x="10256622" y="221297"/>
                  </a:lnTo>
                  <a:lnTo>
                    <a:pt x="10205872" y="207835"/>
                  </a:lnTo>
                  <a:lnTo>
                    <a:pt x="10155326" y="194906"/>
                  </a:lnTo>
                  <a:lnTo>
                    <a:pt x="10104958" y="182499"/>
                  </a:lnTo>
                  <a:lnTo>
                    <a:pt x="10054793" y="170611"/>
                  </a:lnTo>
                  <a:lnTo>
                    <a:pt x="10004819" y="159258"/>
                  </a:lnTo>
                  <a:lnTo>
                    <a:pt x="9955035" y="148424"/>
                  </a:lnTo>
                  <a:lnTo>
                    <a:pt x="9905441" y="138125"/>
                  </a:lnTo>
                  <a:lnTo>
                    <a:pt x="9856038" y="128346"/>
                  </a:lnTo>
                  <a:lnTo>
                    <a:pt x="9806826" y="119087"/>
                  </a:lnTo>
                  <a:lnTo>
                    <a:pt x="9757702" y="110299"/>
                  </a:lnTo>
                  <a:lnTo>
                    <a:pt x="9708591" y="101904"/>
                  </a:lnTo>
                  <a:lnTo>
                    <a:pt x="9659480" y="93891"/>
                  </a:lnTo>
                  <a:lnTo>
                    <a:pt x="9610357" y="86258"/>
                  </a:lnTo>
                  <a:lnTo>
                    <a:pt x="9561246" y="79006"/>
                  </a:lnTo>
                  <a:lnTo>
                    <a:pt x="9512122" y="72136"/>
                  </a:lnTo>
                  <a:lnTo>
                    <a:pt x="9463011" y="65659"/>
                  </a:lnTo>
                  <a:lnTo>
                    <a:pt x="9413888" y="59563"/>
                  </a:lnTo>
                  <a:lnTo>
                    <a:pt x="9364777" y="53848"/>
                  </a:lnTo>
                  <a:lnTo>
                    <a:pt x="9315653" y="48514"/>
                  </a:lnTo>
                  <a:lnTo>
                    <a:pt x="9266542" y="43573"/>
                  </a:lnTo>
                  <a:lnTo>
                    <a:pt x="9217393" y="38963"/>
                  </a:lnTo>
                  <a:lnTo>
                    <a:pt x="9168181" y="34632"/>
                  </a:lnTo>
                  <a:lnTo>
                    <a:pt x="9118892" y="30607"/>
                  </a:lnTo>
                  <a:lnTo>
                    <a:pt x="9069527" y="26860"/>
                  </a:lnTo>
                  <a:lnTo>
                    <a:pt x="9020086" y="23406"/>
                  </a:lnTo>
                  <a:lnTo>
                    <a:pt x="8970569" y="20231"/>
                  </a:lnTo>
                  <a:lnTo>
                    <a:pt x="8920988" y="17348"/>
                  </a:lnTo>
                  <a:lnTo>
                    <a:pt x="8871331" y="14757"/>
                  </a:lnTo>
                  <a:lnTo>
                    <a:pt x="8821598" y="12458"/>
                  </a:lnTo>
                  <a:lnTo>
                    <a:pt x="8771788" y="10439"/>
                  </a:lnTo>
                  <a:lnTo>
                    <a:pt x="8721915" y="8712"/>
                  </a:lnTo>
                  <a:lnTo>
                    <a:pt x="8671903" y="7200"/>
                  </a:lnTo>
                  <a:lnTo>
                    <a:pt x="8571230" y="4610"/>
                  </a:lnTo>
                  <a:lnTo>
                    <a:pt x="8469693" y="2590"/>
                  </a:lnTo>
                  <a:lnTo>
                    <a:pt x="8367281" y="1155"/>
                  </a:lnTo>
                  <a:lnTo>
                    <a:pt x="8264017" y="292"/>
                  </a:lnTo>
                  <a:lnTo>
                    <a:pt x="8159877" y="0"/>
                  </a:lnTo>
                  <a:lnTo>
                    <a:pt x="8110487" y="165"/>
                  </a:lnTo>
                  <a:lnTo>
                    <a:pt x="8061045" y="647"/>
                  </a:lnTo>
                  <a:lnTo>
                    <a:pt x="8011554" y="1460"/>
                  </a:lnTo>
                  <a:lnTo>
                    <a:pt x="7962036" y="2590"/>
                  </a:lnTo>
                  <a:lnTo>
                    <a:pt x="7912468" y="4038"/>
                  </a:lnTo>
                  <a:lnTo>
                    <a:pt x="7862862" y="5816"/>
                  </a:lnTo>
                  <a:lnTo>
                    <a:pt x="7813230" y="7912"/>
                  </a:lnTo>
                  <a:lnTo>
                    <a:pt x="7763548" y="10325"/>
                  </a:lnTo>
                  <a:lnTo>
                    <a:pt x="7713827" y="13068"/>
                  </a:lnTo>
                  <a:lnTo>
                    <a:pt x="7664069" y="16141"/>
                  </a:lnTo>
                  <a:lnTo>
                    <a:pt x="7614272" y="19532"/>
                  </a:lnTo>
                  <a:lnTo>
                    <a:pt x="7564437" y="23241"/>
                  </a:lnTo>
                  <a:lnTo>
                    <a:pt x="7510259" y="27838"/>
                  </a:lnTo>
                  <a:lnTo>
                    <a:pt x="7456551" y="33185"/>
                  </a:lnTo>
                  <a:lnTo>
                    <a:pt x="7403287" y="39281"/>
                  </a:lnTo>
                  <a:lnTo>
                    <a:pt x="7350480" y="46113"/>
                  </a:lnTo>
                  <a:lnTo>
                    <a:pt x="7298144" y="53682"/>
                  </a:lnTo>
                  <a:lnTo>
                    <a:pt x="7246252" y="62001"/>
                  </a:lnTo>
                  <a:lnTo>
                    <a:pt x="7194817" y="71056"/>
                  </a:lnTo>
                  <a:lnTo>
                    <a:pt x="7143851" y="80860"/>
                  </a:lnTo>
                  <a:lnTo>
                    <a:pt x="7093331" y="91414"/>
                  </a:lnTo>
                  <a:lnTo>
                    <a:pt x="7043267" y="102704"/>
                  </a:lnTo>
                  <a:lnTo>
                    <a:pt x="6993649" y="114744"/>
                  </a:lnTo>
                  <a:lnTo>
                    <a:pt x="6944563" y="127584"/>
                  </a:lnTo>
                  <a:lnTo>
                    <a:pt x="6896036" y="141287"/>
                  </a:lnTo>
                  <a:lnTo>
                    <a:pt x="6848107" y="155867"/>
                  </a:lnTo>
                  <a:lnTo>
                    <a:pt x="6800736" y="171297"/>
                  </a:lnTo>
                  <a:lnTo>
                    <a:pt x="6753961" y="187604"/>
                  </a:lnTo>
                  <a:lnTo>
                    <a:pt x="6707746" y="204774"/>
                  </a:lnTo>
                  <a:lnTo>
                    <a:pt x="6662115" y="222796"/>
                  </a:lnTo>
                  <a:lnTo>
                    <a:pt x="6617055" y="241693"/>
                  </a:lnTo>
                  <a:lnTo>
                    <a:pt x="6572580" y="261442"/>
                  </a:lnTo>
                  <a:lnTo>
                    <a:pt x="6528676" y="282067"/>
                  </a:lnTo>
                  <a:lnTo>
                    <a:pt x="6485344" y="303542"/>
                  </a:lnTo>
                  <a:lnTo>
                    <a:pt x="6438633" y="328396"/>
                  </a:lnTo>
                  <a:lnTo>
                    <a:pt x="6393205" y="354723"/>
                  </a:lnTo>
                  <a:lnTo>
                    <a:pt x="6349047" y="382536"/>
                  </a:lnTo>
                  <a:lnTo>
                    <a:pt x="6306172" y="411835"/>
                  </a:lnTo>
                  <a:lnTo>
                    <a:pt x="6264580" y="442607"/>
                  </a:lnTo>
                  <a:lnTo>
                    <a:pt x="6224270" y="474865"/>
                  </a:lnTo>
                  <a:lnTo>
                    <a:pt x="6185230" y="508596"/>
                  </a:lnTo>
                  <a:lnTo>
                    <a:pt x="6147473" y="543814"/>
                  </a:lnTo>
                  <a:lnTo>
                    <a:pt x="6110998" y="580517"/>
                  </a:lnTo>
                  <a:lnTo>
                    <a:pt x="6075794" y="618680"/>
                  </a:lnTo>
                  <a:lnTo>
                    <a:pt x="6044984" y="654761"/>
                  </a:lnTo>
                  <a:lnTo>
                    <a:pt x="6015393" y="692200"/>
                  </a:lnTo>
                  <a:lnTo>
                    <a:pt x="5987034" y="730999"/>
                  </a:lnTo>
                  <a:lnTo>
                    <a:pt x="5959894" y="771182"/>
                  </a:lnTo>
                  <a:lnTo>
                    <a:pt x="5933986" y="812723"/>
                  </a:lnTo>
                  <a:lnTo>
                    <a:pt x="5909284" y="855637"/>
                  </a:lnTo>
                  <a:lnTo>
                    <a:pt x="5885827" y="899922"/>
                  </a:lnTo>
                  <a:lnTo>
                    <a:pt x="5863590" y="945565"/>
                  </a:lnTo>
                  <a:lnTo>
                    <a:pt x="5842571" y="992568"/>
                  </a:lnTo>
                  <a:lnTo>
                    <a:pt x="5822785" y="1040955"/>
                  </a:lnTo>
                  <a:lnTo>
                    <a:pt x="5804230" y="1090688"/>
                  </a:lnTo>
                  <a:lnTo>
                    <a:pt x="5789612" y="1133983"/>
                  </a:lnTo>
                  <a:lnTo>
                    <a:pt x="5776163" y="1178496"/>
                  </a:lnTo>
                  <a:lnTo>
                    <a:pt x="5763895" y="1224216"/>
                  </a:lnTo>
                  <a:lnTo>
                    <a:pt x="5752782" y="1271168"/>
                  </a:lnTo>
                  <a:lnTo>
                    <a:pt x="5742851" y="1319339"/>
                  </a:lnTo>
                  <a:lnTo>
                    <a:pt x="5734088" y="1368729"/>
                  </a:lnTo>
                  <a:lnTo>
                    <a:pt x="5726493" y="1419339"/>
                  </a:lnTo>
                  <a:lnTo>
                    <a:pt x="5720054" y="1471155"/>
                  </a:lnTo>
                  <a:lnTo>
                    <a:pt x="5714797" y="1524215"/>
                  </a:lnTo>
                  <a:lnTo>
                    <a:pt x="5710707" y="1578483"/>
                  </a:lnTo>
                  <a:lnTo>
                    <a:pt x="5707786" y="1633969"/>
                  </a:lnTo>
                  <a:lnTo>
                    <a:pt x="5706034" y="1690674"/>
                  </a:lnTo>
                  <a:lnTo>
                    <a:pt x="5705449" y="1748612"/>
                  </a:lnTo>
                  <a:lnTo>
                    <a:pt x="5706034" y="1808988"/>
                  </a:lnTo>
                  <a:lnTo>
                    <a:pt x="5707748" y="1865287"/>
                  </a:lnTo>
                  <a:lnTo>
                    <a:pt x="5710631" y="1920367"/>
                  </a:lnTo>
                  <a:lnTo>
                    <a:pt x="5714657" y="1974253"/>
                  </a:lnTo>
                  <a:lnTo>
                    <a:pt x="5719838" y="2026932"/>
                  </a:lnTo>
                  <a:lnTo>
                    <a:pt x="5726163" y="2078418"/>
                  </a:lnTo>
                  <a:lnTo>
                    <a:pt x="5733643" y="2128685"/>
                  </a:lnTo>
                  <a:lnTo>
                    <a:pt x="5742279" y="2177758"/>
                  </a:lnTo>
                  <a:lnTo>
                    <a:pt x="5752071" y="2225624"/>
                  </a:lnTo>
                  <a:lnTo>
                    <a:pt x="5763006" y="2272284"/>
                  </a:lnTo>
                  <a:lnTo>
                    <a:pt x="5775109" y="2317737"/>
                  </a:lnTo>
                  <a:lnTo>
                    <a:pt x="5788355" y="2361996"/>
                  </a:lnTo>
                  <a:lnTo>
                    <a:pt x="5802744" y="2405049"/>
                  </a:lnTo>
                  <a:lnTo>
                    <a:pt x="5821070" y="2454554"/>
                  </a:lnTo>
                  <a:lnTo>
                    <a:pt x="5840628" y="2502712"/>
                  </a:lnTo>
                  <a:lnTo>
                    <a:pt x="5861443" y="2549525"/>
                  </a:lnTo>
                  <a:lnTo>
                    <a:pt x="5883503" y="2594991"/>
                  </a:lnTo>
                  <a:lnTo>
                    <a:pt x="5906821" y="2639110"/>
                  </a:lnTo>
                  <a:lnTo>
                    <a:pt x="5931370" y="2681897"/>
                  </a:lnTo>
                  <a:lnTo>
                    <a:pt x="5957176" y="2723324"/>
                  </a:lnTo>
                  <a:lnTo>
                    <a:pt x="5984240" y="2763418"/>
                  </a:lnTo>
                  <a:lnTo>
                    <a:pt x="6012548" y="2802166"/>
                  </a:lnTo>
                  <a:lnTo>
                    <a:pt x="6042101" y="2839555"/>
                  </a:lnTo>
                  <a:lnTo>
                    <a:pt x="6072911" y="2875610"/>
                  </a:lnTo>
                  <a:lnTo>
                    <a:pt x="6108065" y="2913799"/>
                  </a:lnTo>
                  <a:lnTo>
                    <a:pt x="6144450" y="2950502"/>
                  </a:lnTo>
                  <a:lnTo>
                    <a:pt x="6182068" y="2985719"/>
                  </a:lnTo>
                  <a:lnTo>
                    <a:pt x="6220892" y="3019450"/>
                  </a:lnTo>
                  <a:lnTo>
                    <a:pt x="6260947" y="3051708"/>
                  </a:lnTo>
                  <a:lnTo>
                    <a:pt x="6302235" y="3082480"/>
                  </a:lnTo>
                  <a:lnTo>
                    <a:pt x="6344729" y="3111779"/>
                  </a:lnTo>
                  <a:lnTo>
                    <a:pt x="6388455" y="3139592"/>
                  </a:lnTo>
                  <a:lnTo>
                    <a:pt x="6433401" y="3165906"/>
                  </a:lnTo>
                  <a:lnTo>
                    <a:pt x="6479553" y="3190748"/>
                  </a:lnTo>
                  <a:lnTo>
                    <a:pt x="6522364" y="3212249"/>
                  </a:lnTo>
                  <a:lnTo>
                    <a:pt x="6565760" y="3232874"/>
                  </a:lnTo>
                  <a:lnTo>
                    <a:pt x="6609778" y="3252635"/>
                  </a:lnTo>
                  <a:lnTo>
                    <a:pt x="6654381" y="3271520"/>
                  </a:lnTo>
                  <a:lnTo>
                    <a:pt x="6699605" y="3289554"/>
                  </a:lnTo>
                  <a:lnTo>
                    <a:pt x="6745414" y="3306724"/>
                  </a:lnTo>
                  <a:lnTo>
                    <a:pt x="6791833" y="3323018"/>
                  </a:lnTo>
                  <a:lnTo>
                    <a:pt x="6838848" y="3338449"/>
                  </a:lnTo>
                  <a:lnTo>
                    <a:pt x="6886461" y="3353016"/>
                  </a:lnTo>
                  <a:lnTo>
                    <a:pt x="6934682" y="3366719"/>
                  </a:lnTo>
                  <a:lnTo>
                    <a:pt x="6983501" y="3379559"/>
                  </a:lnTo>
                  <a:lnTo>
                    <a:pt x="7032828" y="3391611"/>
                  </a:lnTo>
                  <a:lnTo>
                    <a:pt x="7082599" y="3402939"/>
                  </a:lnTo>
                  <a:lnTo>
                    <a:pt x="7132790" y="3413556"/>
                  </a:lnTo>
                  <a:lnTo>
                    <a:pt x="7183425" y="3423437"/>
                  </a:lnTo>
                  <a:lnTo>
                    <a:pt x="7234479" y="3432606"/>
                  </a:lnTo>
                  <a:lnTo>
                    <a:pt x="7285977" y="3441052"/>
                  </a:lnTo>
                  <a:lnTo>
                    <a:pt x="7298283" y="3442881"/>
                  </a:lnTo>
                  <a:lnTo>
                    <a:pt x="9392399" y="3442881"/>
                  </a:lnTo>
                  <a:lnTo>
                    <a:pt x="9463862" y="3434169"/>
                  </a:lnTo>
                  <a:lnTo>
                    <a:pt x="9514446" y="3427438"/>
                  </a:lnTo>
                  <a:lnTo>
                    <a:pt x="9564916" y="3420275"/>
                  </a:lnTo>
                  <a:lnTo>
                    <a:pt x="9615284" y="3412693"/>
                  </a:lnTo>
                  <a:lnTo>
                    <a:pt x="9665551" y="3404666"/>
                  </a:lnTo>
                  <a:lnTo>
                    <a:pt x="9715729" y="3396221"/>
                  </a:lnTo>
                  <a:lnTo>
                    <a:pt x="9765792" y="3387344"/>
                  </a:lnTo>
                  <a:lnTo>
                    <a:pt x="9815766" y="3378047"/>
                  </a:lnTo>
                  <a:lnTo>
                    <a:pt x="9865627" y="3368306"/>
                  </a:lnTo>
                  <a:lnTo>
                    <a:pt x="9915398" y="3358146"/>
                  </a:lnTo>
                  <a:lnTo>
                    <a:pt x="9965055" y="3347555"/>
                  </a:lnTo>
                  <a:lnTo>
                    <a:pt x="10014623" y="3336544"/>
                  </a:lnTo>
                  <a:lnTo>
                    <a:pt x="10064077" y="3325088"/>
                  </a:lnTo>
                  <a:lnTo>
                    <a:pt x="10113442" y="3313214"/>
                  </a:lnTo>
                  <a:lnTo>
                    <a:pt x="10162692" y="3300907"/>
                  </a:lnTo>
                  <a:lnTo>
                    <a:pt x="10211854" y="3288182"/>
                  </a:lnTo>
                  <a:lnTo>
                    <a:pt x="10260901" y="3275012"/>
                  </a:lnTo>
                  <a:lnTo>
                    <a:pt x="10309860" y="3261423"/>
                  </a:lnTo>
                  <a:lnTo>
                    <a:pt x="10358704" y="3247402"/>
                  </a:lnTo>
                  <a:lnTo>
                    <a:pt x="10358704" y="2341130"/>
                  </a:lnTo>
                  <a:lnTo>
                    <a:pt x="10310063" y="2355812"/>
                  </a:lnTo>
                  <a:lnTo>
                    <a:pt x="10260406" y="2369947"/>
                  </a:lnTo>
                  <a:lnTo>
                    <a:pt x="10209759" y="2383561"/>
                  </a:lnTo>
                  <a:lnTo>
                    <a:pt x="10158095" y="2396629"/>
                  </a:lnTo>
                  <a:lnTo>
                    <a:pt x="10105428" y="2409164"/>
                  </a:lnTo>
                  <a:lnTo>
                    <a:pt x="10051745" y="2421178"/>
                  </a:lnTo>
                  <a:lnTo>
                    <a:pt x="9997072" y="2432647"/>
                  </a:lnTo>
                  <a:lnTo>
                    <a:pt x="9948723" y="2442222"/>
                  </a:lnTo>
                  <a:lnTo>
                    <a:pt x="9900298" y="2451341"/>
                  </a:lnTo>
                  <a:lnTo>
                    <a:pt x="9851771" y="2460015"/>
                  </a:lnTo>
                  <a:lnTo>
                    <a:pt x="9803168" y="2468232"/>
                  </a:lnTo>
                  <a:lnTo>
                    <a:pt x="9754476" y="2475992"/>
                  </a:lnTo>
                  <a:lnTo>
                    <a:pt x="9705683" y="2483307"/>
                  </a:lnTo>
                  <a:lnTo>
                    <a:pt x="9656801" y="2490152"/>
                  </a:lnTo>
                  <a:lnTo>
                    <a:pt x="9607842" y="2496553"/>
                  </a:lnTo>
                  <a:lnTo>
                    <a:pt x="9558960" y="2502560"/>
                  </a:lnTo>
                  <a:lnTo>
                    <a:pt x="9510357" y="2508262"/>
                  </a:lnTo>
                  <a:lnTo>
                    <a:pt x="9462021" y="2513634"/>
                  </a:lnTo>
                  <a:lnTo>
                    <a:pt x="9413964" y="2518702"/>
                  </a:lnTo>
                  <a:lnTo>
                    <a:pt x="9366174" y="2523439"/>
                  </a:lnTo>
                  <a:lnTo>
                    <a:pt x="9318663" y="2527858"/>
                  </a:lnTo>
                  <a:lnTo>
                    <a:pt x="9271419" y="2531973"/>
                  </a:lnTo>
                  <a:lnTo>
                    <a:pt x="9224442" y="2535758"/>
                  </a:lnTo>
                  <a:lnTo>
                    <a:pt x="9171445" y="2539796"/>
                  </a:lnTo>
                  <a:lnTo>
                    <a:pt x="9068651" y="2547137"/>
                  </a:lnTo>
                  <a:lnTo>
                    <a:pt x="8970137" y="2553538"/>
                  </a:lnTo>
                  <a:lnTo>
                    <a:pt x="8875890" y="2558999"/>
                  </a:lnTo>
                  <a:lnTo>
                    <a:pt x="8823160" y="2561691"/>
                  </a:lnTo>
                  <a:lnTo>
                    <a:pt x="8772449" y="2564003"/>
                  </a:lnTo>
                  <a:lnTo>
                    <a:pt x="8723744" y="2565895"/>
                  </a:lnTo>
                  <a:lnTo>
                    <a:pt x="8677059" y="2567394"/>
                  </a:lnTo>
                  <a:lnTo>
                    <a:pt x="8632406" y="2568486"/>
                  </a:lnTo>
                  <a:lnTo>
                    <a:pt x="8589759" y="2569172"/>
                  </a:lnTo>
                  <a:lnTo>
                    <a:pt x="8479384" y="2570264"/>
                  </a:lnTo>
                  <a:lnTo>
                    <a:pt x="8398078" y="2570619"/>
                  </a:lnTo>
                  <a:lnTo>
                    <a:pt x="8348993" y="2570416"/>
                  </a:lnTo>
                  <a:lnTo>
                    <a:pt x="8298637" y="2569807"/>
                  </a:lnTo>
                  <a:lnTo>
                    <a:pt x="8246999" y="2568803"/>
                  </a:lnTo>
                  <a:lnTo>
                    <a:pt x="8194078" y="2567394"/>
                  </a:lnTo>
                  <a:lnTo>
                    <a:pt x="8139862" y="2565577"/>
                  </a:lnTo>
                  <a:lnTo>
                    <a:pt x="8084375" y="2563355"/>
                  </a:lnTo>
                  <a:lnTo>
                    <a:pt x="8036230" y="2560904"/>
                  </a:lnTo>
                  <a:lnTo>
                    <a:pt x="7988097" y="2557678"/>
                  </a:lnTo>
                  <a:lnTo>
                    <a:pt x="7939951" y="2553678"/>
                  </a:lnTo>
                  <a:lnTo>
                    <a:pt x="7891818" y="2548902"/>
                  </a:lnTo>
                  <a:lnTo>
                    <a:pt x="7843672" y="2543352"/>
                  </a:lnTo>
                  <a:lnTo>
                    <a:pt x="7795539" y="2537041"/>
                  </a:lnTo>
                  <a:lnTo>
                    <a:pt x="7747406" y="2529941"/>
                  </a:lnTo>
                  <a:lnTo>
                    <a:pt x="7699515" y="2521940"/>
                  </a:lnTo>
                  <a:lnTo>
                    <a:pt x="7652093" y="2512872"/>
                  </a:lnTo>
                  <a:lnTo>
                    <a:pt x="7605141" y="2502738"/>
                  </a:lnTo>
                  <a:lnTo>
                    <a:pt x="7558672" y="2491536"/>
                  </a:lnTo>
                  <a:lnTo>
                    <a:pt x="7512672" y="2479256"/>
                  </a:lnTo>
                  <a:lnTo>
                    <a:pt x="7467143" y="2465921"/>
                  </a:lnTo>
                  <a:lnTo>
                    <a:pt x="7422096" y="2451506"/>
                  </a:lnTo>
                  <a:lnTo>
                    <a:pt x="7370788" y="2433002"/>
                  </a:lnTo>
                  <a:lnTo>
                    <a:pt x="7321410" y="2412314"/>
                  </a:lnTo>
                  <a:lnTo>
                    <a:pt x="7273963" y="2389441"/>
                  </a:lnTo>
                  <a:lnTo>
                    <a:pt x="7228459" y="2364384"/>
                  </a:lnTo>
                  <a:lnTo>
                    <a:pt x="7184885" y="2337155"/>
                  </a:lnTo>
                  <a:lnTo>
                    <a:pt x="7143255" y="2307755"/>
                  </a:lnTo>
                  <a:lnTo>
                    <a:pt x="7103923" y="2276005"/>
                  </a:lnTo>
                  <a:lnTo>
                    <a:pt x="7067258" y="2241753"/>
                  </a:lnTo>
                  <a:lnTo>
                    <a:pt x="7033247" y="2204999"/>
                  </a:lnTo>
                  <a:lnTo>
                    <a:pt x="7001904" y="2165743"/>
                  </a:lnTo>
                  <a:lnTo>
                    <a:pt x="6973214" y="2123986"/>
                  </a:lnTo>
                  <a:lnTo>
                    <a:pt x="6947192" y="2079713"/>
                  </a:lnTo>
                  <a:lnTo>
                    <a:pt x="6927418" y="2039531"/>
                  </a:lnTo>
                  <a:lnTo>
                    <a:pt x="6910438" y="1996986"/>
                  </a:lnTo>
                  <a:lnTo>
                    <a:pt x="6896240" y="1952053"/>
                  </a:lnTo>
                  <a:lnTo>
                    <a:pt x="6884822" y="1904746"/>
                  </a:lnTo>
                  <a:lnTo>
                    <a:pt x="6876199" y="1855076"/>
                  </a:lnTo>
                  <a:lnTo>
                    <a:pt x="6870357" y="1803031"/>
                  </a:lnTo>
                  <a:lnTo>
                    <a:pt x="6867309" y="1748612"/>
                  </a:lnTo>
                  <a:lnTo>
                    <a:pt x="6869925" y="1691767"/>
                  </a:lnTo>
                  <a:lnTo>
                    <a:pt x="6875843" y="1637423"/>
                  </a:lnTo>
                  <a:lnTo>
                    <a:pt x="6885076" y="1585582"/>
                  </a:lnTo>
                  <a:lnTo>
                    <a:pt x="6897624" y="1536242"/>
                  </a:lnTo>
                  <a:lnTo>
                    <a:pt x="6913499" y="1489405"/>
                  </a:lnTo>
                  <a:lnTo>
                    <a:pt x="6932676" y="1445069"/>
                  </a:lnTo>
                  <a:lnTo>
                    <a:pt x="6954685" y="1403083"/>
                  </a:lnTo>
                  <a:lnTo>
                    <a:pt x="6979132" y="1363268"/>
                  </a:lnTo>
                  <a:lnTo>
                    <a:pt x="7005993" y="1325626"/>
                  </a:lnTo>
                  <a:lnTo>
                    <a:pt x="7035279" y="1290167"/>
                  </a:lnTo>
                  <a:lnTo>
                    <a:pt x="7066991" y="1256880"/>
                  </a:lnTo>
                  <a:lnTo>
                    <a:pt x="7101141" y="1225778"/>
                  </a:lnTo>
                  <a:lnTo>
                    <a:pt x="7137438" y="1196657"/>
                  </a:lnTo>
                  <a:lnTo>
                    <a:pt x="7175678" y="1169301"/>
                  </a:lnTo>
                  <a:lnTo>
                    <a:pt x="7215848" y="1143723"/>
                  </a:lnTo>
                  <a:lnTo>
                    <a:pt x="7257961" y="1119924"/>
                  </a:lnTo>
                  <a:lnTo>
                    <a:pt x="7302030" y="1097889"/>
                  </a:lnTo>
                  <a:lnTo>
                    <a:pt x="7348029" y="1077607"/>
                  </a:lnTo>
                  <a:lnTo>
                    <a:pt x="7395553" y="1058938"/>
                  </a:lnTo>
                  <a:lnTo>
                    <a:pt x="7444206" y="1041641"/>
                  </a:lnTo>
                  <a:lnTo>
                    <a:pt x="7493990" y="1025702"/>
                  </a:lnTo>
                  <a:lnTo>
                    <a:pt x="7544905" y="1011148"/>
                  </a:lnTo>
                  <a:lnTo>
                    <a:pt x="7596949" y="997953"/>
                  </a:lnTo>
                  <a:lnTo>
                    <a:pt x="7650124" y="986142"/>
                  </a:lnTo>
                  <a:lnTo>
                    <a:pt x="7696454" y="977023"/>
                  </a:lnTo>
                  <a:lnTo>
                    <a:pt x="7743317" y="968717"/>
                  </a:lnTo>
                  <a:lnTo>
                    <a:pt x="7790701" y="961250"/>
                  </a:lnTo>
                  <a:lnTo>
                    <a:pt x="7838630" y="954608"/>
                  </a:lnTo>
                  <a:lnTo>
                    <a:pt x="7887081" y="948791"/>
                  </a:lnTo>
                  <a:lnTo>
                    <a:pt x="7936077" y="943800"/>
                  </a:lnTo>
                  <a:lnTo>
                    <a:pt x="7985607" y="939647"/>
                  </a:lnTo>
                  <a:lnTo>
                    <a:pt x="8035341" y="936180"/>
                  </a:lnTo>
                  <a:lnTo>
                    <a:pt x="8084947" y="933246"/>
                  </a:lnTo>
                  <a:lnTo>
                    <a:pt x="8134439" y="930846"/>
                  </a:lnTo>
                  <a:lnTo>
                    <a:pt x="8183816" y="928979"/>
                  </a:lnTo>
                  <a:lnTo>
                    <a:pt x="8233080" y="927646"/>
                  </a:lnTo>
                  <a:lnTo>
                    <a:pt x="8282229" y="926833"/>
                  </a:lnTo>
                  <a:lnTo>
                    <a:pt x="8331263" y="926566"/>
                  </a:lnTo>
                  <a:lnTo>
                    <a:pt x="8382317" y="926693"/>
                  </a:lnTo>
                  <a:lnTo>
                    <a:pt x="8433397" y="927049"/>
                  </a:lnTo>
                  <a:lnTo>
                    <a:pt x="8484502" y="927646"/>
                  </a:lnTo>
                  <a:lnTo>
                    <a:pt x="8535645" y="928471"/>
                  </a:lnTo>
                  <a:lnTo>
                    <a:pt x="8586813" y="929538"/>
                  </a:lnTo>
                  <a:lnTo>
                    <a:pt x="8638019" y="930846"/>
                  </a:lnTo>
                  <a:lnTo>
                    <a:pt x="8689251" y="932395"/>
                  </a:lnTo>
                  <a:lnTo>
                    <a:pt x="8740508" y="934173"/>
                  </a:lnTo>
                  <a:lnTo>
                    <a:pt x="8791791" y="936193"/>
                  </a:lnTo>
                  <a:lnTo>
                    <a:pt x="8843112" y="938441"/>
                  </a:lnTo>
                  <a:lnTo>
                    <a:pt x="8894470" y="940930"/>
                  </a:lnTo>
                  <a:lnTo>
                    <a:pt x="8945842" y="943660"/>
                  </a:lnTo>
                  <a:lnTo>
                    <a:pt x="8997251" y="946632"/>
                  </a:lnTo>
                  <a:lnTo>
                    <a:pt x="9100414" y="952969"/>
                  </a:lnTo>
                  <a:lnTo>
                    <a:pt x="9152941" y="956589"/>
                  </a:lnTo>
                  <a:lnTo>
                    <a:pt x="9206268" y="960704"/>
                  </a:lnTo>
                  <a:lnTo>
                    <a:pt x="9260408" y="965314"/>
                  </a:lnTo>
                  <a:lnTo>
                    <a:pt x="9315361" y="970394"/>
                  </a:lnTo>
                  <a:lnTo>
                    <a:pt x="9371127" y="975956"/>
                  </a:lnTo>
                  <a:lnTo>
                    <a:pt x="9419272" y="981087"/>
                  </a:lnTo>
                  <a:lnTo>
                    <a:pt x="9467494" y="986523"/>
                  </a:lnTo>
                  <a:lnTo>
                    <a:pt x="9515780" y="992251"/>
                  </a:lnTo>
                  <a:lnTo>
                    <a:pt x="9564116" y="998270"/>
                  </a:lnTo>
                  <a:lnTo>
                    <a:pt x="9612528" y="1004582"/>
                  </a:lnTo>
                  <a:lnTo>
                    <a:pt x="9660979" y="1011186"/>
                  </a:lnTo>
                  <a:lnTo>
                    <a:pt x="9709493" y="1018070"/>
                  </a:lnTo>
                  <a:lnTo>
                    <a:pt x="9757969" y="1025347"/>
                  </a:lnTo>
                  <a:lnTo>
                    <a:pt x="9806254" y="1033030"/>
                  </a:lnTo>
                  <a:lnTo>
                    <a:pt x="9854349" y="1041120"/>
                  </a:lnTo>
                  <a:lnTo>
                    <a:pt x="9902279" y="1049616"/>
                  </a:lnTo>
                  <a:lnTo>
                    <a:pt x="9950031" y="1058532"/>
                  </a:lnTo>
                  <a:lnTo>
                    <a:pt x="9997605" y="1067866"/>
                  </a:lnTo>
                  <a:lnTo>
                    <a:pt x="10045001" y="1077607"/>
                  </a:lnTo>
                  <a:lnTo>
                    <a:pt x="10099713" y="1089558"/>
                  </a:lnTo>
                  <a:lnTo>
                    <a:pt x="10153447" y="1102144"/>
                  </a:lnTo>
                  <a:lnTo>
                    <a:pt x="10206203" y="1115390"/>
                  </a:lnTo>
                  <a:lnTo>
                    <a:pt x="10258006" y="1129271"/>
                  </a:lnTo>
                  <a:lnTo>
                    <a:pt x="10308831" y="1143787"/>
                  </a:lnTo>
                  <a:lnTo>
                    <a:pt x="10358704" y="1158938"/>
                  </a:lnTo>
                  <a:lnTo>
                    <a:pt x="10358704" y="249796"/>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8" name="Google Shape;78;p2"/>
            <p:cNvSpPr/>
            <p:nvPr/>
          </p:nvSpPr>
          <p:spPr>
            <a:xfrm>
              <a:off x="15712089" y="7912141"/>
              <a:ext cx="4392295" cy="3396615"/>
            </a:xfrm>
            <a:custGeom>
              <a:rect b="b" l="l" r="r" t="t"/>
              <a:pathLst>
                <a:path extrusionOk="0" h="3396615" w="4392294">
                  <a:moveTo>
                    <a:pt x="1158969" y="0"/>
                  </a:moveTo>
                  <a:lnTo>
                    <a:pt x="0" y="0"/>
                  </a:lnTo>
                  <a:lnTo>
                    <a:pt x="0" y="3396414"/>
                  </a:lnTo>
                  <a:lnTo>
                    <a:pt x="1156046" y="3396414"/>
                  </a:lnTo>
                  <a:lnTo>
                    <a:pt x="2349876" y="2381812"/>
                  </a:lnTo>
                  <a:lnTo>
                    <a:pt x="3952949" y="2381812"/>
                  </a:lnTo>
                  <a:lnTo>
                    <a:pt x="3540324" y="2030357"/>
                  </a:lnTo>
                  <a:lnTo>
                    <a:pt x="1158969" y="2030357"/>
                  </a:lnTo>
                  <a:lnTo>
                    <a:pt x="1158969" y="0"/>
                  </a:lnTo>
                  <a:close/>
                </a:path>
                <a:path extrusionOk="0" h="3396615" w="4392294">
                  <a:moveTo>
                    <a:pt x="3952949" y="2381812"/>
                  </a:moveTo>
                  <a:lnTo>
                    <a:pt x="2349876" y="2381812"/>
                  </a:lnTo>
                  <a:lnTo>
                    <a:pt x="3543684" y="3396414"/>
                  </a:lnTo>
                  <a:lnTo>
                    <a:pt x="4392010" y="3396414"/>
                  </a:lnTo>
                  <a:lnTo>
                    <a:pt x="4392010" y="2755784"/>
                  </a:lnTo>
                  <a:lnTo>
                    <a:pt x="3952949" y="2381812"/>
                  </a:lnTo>
                  <a:close/>
                </a:path>
                <a:path extrusionOk="0" h="3396615" w="4392294">
                  <a:moveTo>
                    <a:pt x="4392010" y="0"/>
                  </a:moveTo>
                  <a:lnTo>
                    <a:pt x="3549494" y="0"/>
                  </a:lnTo>
                  <a:lnTo>
                    <a:pt x="1158969" y="2030357"/>
                  </a:lnTo>
                  <a:lnTo>
                    <a:pt x="3540324" y="2030357"/>
                  </a:lnTo>
                  <a:lnTo>
                    <a:pt x="3151548" y="1699215"/>
                  </a:lnTo>
                  <a:lnTo>
                    <a:pt x="4392010" y="644459"/>
                  </a:lnTo>
                  <a:lnTo>
                    <a:pt x="439201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9" name="Google Shape;79;p2"/>
          <p:cNvSpPr txBox="1"/>
          <p:nvPr>
            <p:ph type="title"/>
          </p:nvPr>
        </p:nvSpPr>
        <p:spPr>
          <a:xfrm>
            <a:off x="1208618" y="2504154"/>
            <a:ext cx="8506187" cy="1057212"/>
          </a:xfrm>
          <a:prstGeom prst="rect">
            <a:avLst/>
          </a:prstGeom>
          <a:noFill/>
          <a:ln>
            <a:noFill/>
          </a:ln>
        </p:spPr>
        <p:txBody>
          <a:bodyPr anchorCtr="0" anchor="t" bIns="0" lIns="0" spcFirstLastPara="1" rIns="0" wrap="square" tIns="12050">
            <a:spAutoFit/>
          </a:bodyPr>
          <a:lstStyle/>
          <a:p>
            <a:pPr indent="0" lvl="0" marL="12700" marR="5080" rtl="0" algn="l">
              <a:lnSpc>
                <a:spcPct val="150000"/>
              </a:lnSpc>
              <a:spcBef>
                <a:spcPts val="0"/>
              </a:spcBef>
              <a:spcAft>
                <a:spcPts val="0"/>
              </a:spcAft>
              <a:buNone/>
            </a:pPr>
            <a:r>
              <a:rPr b="0" lang="en" sz="2400">
                <a:latin typeface="Arial"/>
                <a:ea typeface="Arial"/>
                <a:cs typeface="Arial"/>
                <a:sym typeface="Arial"/>
              </a:rPr>
              <a:t>What HORUS opens up — and who we owe.</a:t>
            </a:r>
          </a:p>
        </p:txBody>
      </p:sp>
      <p:sp>
        <p:nvSpPr>
          <p:cNvPr id="80" name="Google Shape;80;p2"/>
          <p:cNvSpPr txBox="1"/>
          <p:nvPr>
            <p:ph idx="1" type="body"/>
          </p:nvPr>
        </p:nvSpPr>
        <p:spPr>
          <a:xfrm>
            <a:off x="10295318" y="2504154"/>
            <a:ext cx="8672830" cy="5807937"/>
          </a:xfrm>
          <a:prstGeom prst="rect">
            <a:avLst/>
          </a:prstGeom>
          <a:noFill/>
          <a:ln>
            <a:noFill/>
          </a:ln>
        </p:spPr>
        <p:txBody>
          <a:bodyPr anchorCtr="0" anchor="t" bIns="0" lIns="0" spcFirstLastPara="1" rIns="0" wrap="square" tIns="12700">
            <a:spAutoFit/>
          </a:bodyPr>
          <a:lstStyle/>
          <a:p>
            <a:pPr indent="0" lvl="0" marL="12700" marR="5080" rtl="0" algn="l">
              <a:lnSpc>
                <a:spcPct val="130000"/>
              </a:lnSpc>
              <a:spcBef>
                <a:spcPts val="0"/>
              </a:spcBef>
              <a:spcAft>
                <a:spcPts val="0"/>
              </a:spcAft>
              <a:buNone/>
            </a:pPr>
            <a:r>
              <a:rPr lang="en"/>
              <a:t>Thanks to the Hackatom organizers for putting this problem in front of a hackathon, to the judges for the time, and to ENSDF / IAEA whose gamma tables and class boundaries we leaned on hard.</a:t>
            </a:r>
          </a:p>
          <a:p>
            <a:pPr indent="0" lvl="0" marL="12700" marR="5080" rtl="0" algn="l">
              <a:lnSpc>
                <a:spcPct val="130000"/>
              </a:lnSpc>
              <a:spcBef>
                <a:spcPts val="0"/>
              </a:spcBef>
              <a:spcAft>
                <a:spcPts val="0"/>
              </a:spcAft>
              <a:buNone/>
            </a:pPr>
            <a:r>
              <a:rPr lang="en"/>
              <a:t/>
            </a:r>
          </a:p>
          <a:p>
            <a:pPr indent="0" lvl="0" marL="12700" marR="5080" rtl="0" algn="l">
              <a:lnSpc>
                <a:spcPct val="130000"/>
              </a:lnSpc>
              <a:spcBef>
                <a:spcPts val="0"/>
              </a:spcBef>
              <a:spcAft>
                <a:spcPts val="0"/>
              </a:spcAft>
              <a:buNone/>
            </a:pPr>
            <a:r>
              <a:rPr lang="en"/>
              <a:t>HORUS shipped on one weekend with one trained discriminator. Open questions we'd love to argue about:</a:t>
            </a:r>
          </a:p>
          <a:p>
            <a:pPr indent="0" lvl="0" marL="12700" marR="5080" rtl="0" algn="l">
              <a:lnSpc>
                <a:spcPct val="130000"/>
              </a:lnSpc>
              <a:spcBef>
                <a:spcPts val="0"/>
              </a:spcBef>
              <a:spcAft>
                <a:spcPts val="0"/>
              </a:spcAft>
              <a:buNone/>
            </a:pPr>
            <a:r>
              <a:rPr lang="en"/>
              <a:t/>
            </a:r>
          </a:p>
          <a:p>
            <a:pPr indent="0" lvl="0" marL="12700" marR="5080" rtl="0" algn="l">
              <a:lnSpc>
                <a:spcPct val="130000"/>
              </a:lnSpc>
              <a:spcBef>
                <a:spcPts val="0"/>
              </a:spcBef>
              <a:spcAft>
                <a:spcPts val="0"/>
              </a:spcAft>
              <a:buNone/>
            </a:pPr>
            <a:r>
              <a:rPr lang="en"/>
              <a:t>  •  ADVERSARIAL DRUMS  —  what breaks when a packaging vendor changes geometry?</a:t>
            </a:r>
          </a:p>
          <a:p>
            <a:pPr indent="0" lvl="0" marL="12700" marR="5080" rtl="0" algn="l">
              <a:lnSpc>
                <a:spcPct val="130000"/>
              </a:lnSpc>
              <a:spcBef>
                <a:spcPts val="0"/>
              </a:spcBef>
              <a:spcAft>
                <a:spcPts val="0"/>
              </a:spcAft>
              <a:buNone/>
            </a:pPr>
            <a:r>
              <a:rPr lang="en"/>
              <a:t>  •  THRESHOLD DRIFT  —  how fast must we retrain across feed chemistries?</a:t>
            </a:r>
          </a:p>
          <a:p>
            <a:pPr indent="0" lvl="0" marL="12700" marR="5080" rtl="0" algn="l">
              <a:lnSpc>
                <a:spcPct val="130000"/>
              </a:lnSpc>
              <a:spcBef>
                <a:spcPts val="0"/>
              </a:spcBef>
              <a:spcAft>
                <a:spcPts val="0"/>
              </a:spcAft>
              <a:buNone/>
            </a:pPr>
            <a:r>
              <a:rPr lang="en"/>
              <a:t>  •  SINGLE-QUEEN FAILURE  —  smallest hot-standby protocol that survives a corrupted snapshot?</a:t>
            </a:r>
          </a:p>
          <a:p>
            <a:pPr indent="0" lvl="0" marL="12700" marR="5080" rtl="0" algn="l">
              <a:lnSpc>
                <a:spcPct val="130000"/>
              </a:lnSpc>
              <a:spcBef>
                <a:spcPts val="0"/>
              </a:spcBef>
              <a:spcAft>
                <a:spcPts val="0"/>
              </a:spcAft>
              <a:buNone/>
            </a:pPr>
            <a:r>
              <a:rPr lang="en"/>
              <a:t>  •  AUTHORITY BOUNDARY  —  where does advisory ML end and safety-class decision begin?</a:t>
            </a:r>
          </a:p>
          <a:p>
            <a:pPr indent="0" lvl="0" marL="12700" marR="5080" rtl="0" algn="l">
              <a:lnSpc>
                <a:spcPct val="130000"/>
              </a:lnSpc>
              <a:spcBef>
                <a:spcPts val="0"/>
              </a:spcBef>
              <a:spcAft>
                <a:spcPts val="0"/>
              </a:spcAft>
              <a:buNone/>
            </a:pPr>
            <a:r>
              <a:rPr lang="en"/>
              <a:t/>
            </a:r>
          </a:p>
          <a:p>
            <a:pPr indent="0" lvl="0" marL="12700" marR="5080" rtl="0" algn="l">
              <a:lnSpc>
                <a:spcPct val="130000"/>
              </a:lnSpc>
              <a:spcBef>
                <a:spcPts val="0"/>
              </a:spcBef>
              <a:spcAft>
                <a:spcPts val="0"/>
              </a:spcAft>
              <a:buNone/>
            </a:pPr>
            <a:r>
              <a:rPr lang="en"/>
              <a:t>Come find us.</a:t>
            </a:r>
          </a:p>
        </p:txBody>
      </p:sp>
      <p:sp>
        <p:nvSpPr>
          <p:cNvPr id="81" name="Google Shape;81;p2"/>
          <p:cNvSpPr txBox="1"/>
          <p:nvPr/>
        </p:nvSpPr>
        <p:spPr>
          <a:xfrm>
            <a:off x="18823478" y="614781"/>
            <a:ext cx="276860" cy="32702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 sz="1950">
                <a:solidFill>
                  <a:srgbClr val="172440"/>
                </a:solidFill>
                <a:latin typeface="Ubuntu Mono"/>
                <a:ea typeface="Ubuntu Mono"/>
                <a:cs typeface="Ubuntu Mono"/>
                <a:sym typeface="Ubuntu Mono"/>
              </a:rPr>
              <a:t>09</a:t>
            </a:r>
          </a:p>
        </p:txBody>
      </p:sp>
      <p:sp>
        <p:nvSpPr>
          <p:cNvPr id="82" name="Google Shape;82;p2"/>
          <p:cNvSpPr txBox="1"/>
          <p:nvPr/>
        </p:nvSpPr>
        <p:spPr>
          <a:xfrm>
            <a:off x="1208619" y="3789254"/>
            <a:ext cx="2224405" cy="40259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2450">
                <a:solidFill>
                  <a:srgbClr val="172440"/>
                </a:solidFill>
                <a:latin typeface="Ubuntu Mono"/>
                <a:ea typeface="Ubuntu Mono"/>
                <a:cs typeface="Ubuntu Mono"/>
                <a:sym typeface="Ubuntu Mono"/>
              </a:rPr>
              <a:t>Thanks</a:t>
            </a:r>
          </a:p>
        </p:txBody>
      </p:sp>
      <p:sp>
        <p:nvSpPr>
          <p:cNvPr id="83" name="Google Shape;83;p2"/>
          <p:cNvSpPr txBox="1"/>
          <p:nvPr/>
        </p:nvSpPr>
        <p:spPr>
          <a:xfrm>
            <a:off x="512930" y="10581938"/>
            <a:ext cx="17830800" cy="22669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300">
                <a:solidFill>
                  <a:srgbClr val="00C6B3"/>
                </a:solidFill>
                <a:latin typeface="Ubuntu Sans"/>
                <a:ea typeface="Ubuntu Sans"/>
                <a:cs typeface="Ubuntu Sans"/>
                <a:sym typeface="Ubuntu Sans"/>
              </a:rPr>
              <a:t>Team Pantomath  ·  Egypt  ·  ahmedfathy075@gmail.com  ·  try it:  python run_demo.py</a:t>
            </a:r>
          </a:p>
        </p:txBody>
      </p:sp>
      <p:sp>
        <p:nvSpPr>
          <p:cNvPr id="84" name="Google Shape;84;p2"/>
          <p:cNvSpPr/>
          <p:nvPr/>
        </p:nvSpPr>
        <p:spPr>
          <a:xfrm>
            <a:off x="0" y="10065875"/>
            <a:ext cx="20104100" cy="0"/>
          </a:xfrm>
          <a:custGeom>
            <a:rect b="b" l="l" r="r" t="t"/>
            <a:pathLst>
              <a:path extrusionOk="0" h="120000" w="20104100">
                <a:moveTo>
                  <a:pt x="0" y="0"/>
                </a:moveTo>
                <a:lnTo>
                  <a:pt x="20104099" y="0"/>
                </a:lnTo>
              </a:path>
            </a:pathLst>
          </a:custGeom>
          <a:noFill/>
          <a:ln cap="flat" cmpd="sng" w="10450">
            <a:solidFill>
              <a:srgbClr val="172440">
                <a:alpha val="20000"/>
              </a:srgbClr>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85" name="Google Shape;85;p2"/>
          <p:cNvPicPr preferRelativeResize="0"/>
          <p:nvPr/>
        </p:nvPicPr>
        <p:blipFill rotWithShape="1">
          <a:blip r:embed="rId2">
            <a:alphaModFix/>
          </a:blip>
          <a:srcRect b="0" l="0" r="0" t="0"/>
          <a:stretch/>
        </p:blipFill>
        <p:spPr>
          <a:xfrm>
            <a:off x="1221488" y="402130"/>
            <a:ext cx="1946118" cy="767083"/>
          </a:xfrm>
          <a:prstGeom prst="rect">
            <a:avLst/>
          </a:prstGeom>
          <a:noFill/>
          <a:ln>
            <a:no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0" name="Google Shape;90;p3"/>
          <p:cNvSpPr/>
          <p:nvPr/>
        </p:nvSpPr>
        <p:spPr>
          <a:xfrm>
            <a:off x="0" y="0"/>
            <a:ext cx="20104100" cy="11309350"/>
          </a:xfrm>
          <a:prstGeom prst="rect">
            <a:avLst/>
          </a:prstGeom>
          <a:solidFill>
            <a:srgbClr val="172440"/>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91" name="Google Shape;91;p3"/>
          <p:cNvSpPr/>
          <p:nvPr/>
        </p:nvSpPr>
        <p:spPr>
          <a:xfrm>
            <a:off x="8832850" y="0"/>
            <a:ext cx="11271250" cy="11309350"/>
          </a:xfrm>
          <a:custGeom>
            <a:rect b="b" l="l" r="r" t="t"/>
            <a:pathLst>
              <a:path extrusionOk="0" h="11309350" w="11271250">
                <a:moveTo>
                  <a:pt x="1316532" y="9111864"/>
                </a:moveTo>
                <a:lnTo>
                  <a:pt x="1461093" y="9183284"/>
                </a:lnTo>
                <a:cubicBezTo>
                  <a:pt x="1162818" y="9761239"/>
                  <a:pt x="916739" y="10363244"/>
                  <a:pt x="725305" y="10982267"/>
                </a:cubicBezTo>
                <a:lnTo>
                  <a:pt x="630453" y="11309350"/>
                </a:lnTo>
                <a:lnTo>
                  <a:pt x="435689" y="11309350"/>
                </a:lnTo>
                <a:lnTo>
                  <a:pt x="438303" y="11299867"/>
                </a:lnTo>
                <a:cubicBezTo>
                  <a:pt x="462922" y="11215258"/>
                  <a:pt x="487976" y="11132863"/>
                  <a:pt x="512537" y="11053362"/>
                </a:cubicBezTo>
                <a:cubicBezTo>
                  <a:pt x="733403" y="10388109"/>
                  <a:pt x="1002095" y="9739293"/>
                  <a:pt x="1316532" y="9111864"/>
                </a:cubicBezTo>
                <a:close/>
                <a:moveTo>
                  <a:pt x="7739616" y="7902346"/>
                </a:moveTo>
                <a:cubicBezTo>
                  <a:pt x="7374528" y="8083775"/>
                  <a:pt x="6971638" y="8178535"/>
                  <a:pt x="6562951" y="8179066"/>
                </a:cubicBezTo>
                <a:lnTo>
                  <a:pt x="6511026" y="8179066"/>
                </a:lnTo>
                <a:cubicBezTo>
                  <a:pt x="6748160" y="8304046"/>
                  <a:pt x="6985294" y="8426775"/>
                  <a:pt x="7224700" y="8538355"/>
                </a:cubicBezTo>
                <a:cubicBezTo>
                  <a:pt x="7398590" y="8324115"/>
                  <a:pt x="7574752" y="8125505"/>
                  <a:pt x="7739616" y="7902346"/>
                </a:cubicBezTo>
                <a:close/>
                <a:moveTo>
                  <a:pt x="1700478" y="3075402"/>
                </a:moveTo>
                <a:cubicBezTo>
                  <a:pt x="1452046" y="3805131"/>
                  <a:pt x="2486421" y="5324860"/>
                  <a:pt x="4241266" y="6936078"/>
                </a:cubicBezTo>
                <a:cubicBezTo>
                  <a:pt x="4261590" y="6947227"/>
                  <a:pt x="4272867" y="6967318"/>
                  <a:pt x="4293212" y="6967318"/>
                </a:cubicBezTo>
                <a:cubicBezTo>
                  <a:pt x="4134061" y="6722475"/>
                  <a:pt x="4021547" y="6450958"/>
                  <a:pt x="3961212" y="6166168"/>
                </a:cubicBezTo>
                <a:cubicBezTo>
                  <a:pt x="3772159" y="5358754"/>
                  <a:pt x="3978818" y="4510501"/>
                  <a:pt x="4519048" y="3876552"/>
                </a:cubicBezTo>
                <a:cubicBezTo>
                  <a:pt x="4548418" y="3845312"/>
                  <a:pt x="4570994" y="3805131"/>
                  <a:pt x="4600344" y="3773891"/>
                </a:cubicBezTo>
                <a:cubicBezTo>
                  <a:pt x="3660155" y="3444695"/>
                  <a:pt x="2688535" y="3210662"/>
                  <a:pt x="1700478" y="3075402"/>
                </a:cubicBezTo>
                <a:close/>
                <a:moveTo>
                  <a:pt x="7911851" y="0"/>
                </a:moveTo>
                <a:lnTo>
                  <a:pt x="8245412" y="0"/>
                </a:lnTo>
                <a:lnTo>
                  <a:pt x="8038762" y="200179"/>
                </a:lnTo>
                <a:cubicBezTo>
                  <a:pt x="7625430" y="607409"/>
                  <a:pt x="7273253" y="980503"/>
                  <a:pt x="7028214" y="1247735"/>
                </a:cubicBezTo>
                <a:cubicBezTo>
                  <a:pt x="6461332" y="1883745"/>
                  <a:pt x="5903496" y="2539823"/>
                  <a:pt x="5377261" y="3209302"/>
                </a:cubicBezTo>
                <a:cubicBezTo>
                  <a:pt x="5715378" y="3047837"/>
                  <a:pt x="6085796" y="2963185"/>
                  <a:pt x="6461332" y="2961593"/>
                </a:cubicBezTo>
                <a:cubicBezTo>
                  <a:pt x="7237867" y="2949041"/>
                  <a:pt x="7978150" y="3285629"/>
                  <a:pt x="8473634" y="3876552"/>
                </a:cubicBezTo>
                <a:lnTo>
                  <a:pt x="8401364" y="3939031"/>
                </a:lnTo>
                <a:cubicBezTo>
                  <a:pt x="8329966" y="3861707"/>
                  <a:pt x="8253510" y="3789118"/>
                  <a:pt x="8172514" y="3721733"/>
                </a:cubicBezTo>
                <a:cubicBezTo>
                  <a:pt x="7151538" y="2872375"/>
                  <a:pt x="5627052" y="3001625"/>
                  <a:pt x="4767480" y="4010452"/>
                </a:cubicBezTo>
                <a:lnTo>
                  <a:pt x="4674886" y="4133181"/>
                </a:lnTo>
                <a:cubicBezTo>
                  <a:pt x="4597880" y="4237711"/>
                  <a:pt x="4529582" y="4348271"/>
                  <a:pt x="4470648" y="4463716"/>
                </a:cubicBezTo>
                <a:cubicBezTo>
                  <a:pt x="3868534" y="5643374"/>
                  <a:pt x="4348259" y="7081998"/>
                  <a:pt x="5542125" y="7676956"/>
                </a:cubicBezTo>
                <a:cubicBezTo>
                  <a:pt x="5717884" y="7767320"/>
                  <a:pt x="5905704" y="7832688"/>
                  <a:pt x="6099982" y="7871106"/>
                </a:cubicBezTo>
                <a:cubicBezTo>
                  <a:pt x="6467236" y="7800662"/>
                  <a:pt x="6802442" y="7617067"/>
                  <a:pt x="7057564" y="7346676"/>
                </a:cubicBezTo>
                <a:cubicBezTo>
                  <a:pt x="7068862" y="7326607"/>
                  <a:pt x="7089186" y="7315437"/>
                  <a:pt x="7100484" y="7295346"/>
                </a:cubicBezTo>
                <a:lnTo>
                  <a:pt x="7120808" y="7275277"/>
                </a:lnTo>
                <a:cubicBezTo>
                  <a:pt x="7120808" y="7252957"/>
                  <a:pt x="7120808" y="7252957"/>
                  <a:pt x="7120808" y="7252957"/>
                </a:cubicBezTo>
                <a:cubicBezTo>
                  <a:pt x="7225889" y="7119418"/>
                  <a:pt x="7315998" y="6975005"/>
                  <a:pt x="7389564" y="6822247"/>
                </a:cubicBezTo>
                <a:cubicBezTo>
                  <a:pt x="7534358" y="6489143"/>
                  <a:pt x="7577512" y="6121485"/>
                  <a:pt x="7513780" y="5764489"/>
                </a:cubicBezTo>
                <a:lnTo>
                  <a:pt x="7513780" y="5744399"/>
                </a:lnTo>
                <a:cubicBezTo>
                  <a:pt x="7509766" y="5734354"/>
                  <a:pt x="7509766" y="5723205"/>
                  <a:pt x="7513780" y="5713159"/>
                </a:cubicBezTo>
                <a:cubicBezTo>
                  <a:pt x="7449092" y="5448311"/>
                  <a:pt x="7329080" y="5199752"/>
                  <a:pt x="7161456" y="4983431"/>
                </a:cubicBezTo>
                <a:cubicBezTo>
                  <a:pt x="7144678" y="4973640"/>
                  <a:pt x="7130704" y="4959815"/>
                  <a:pt x="7120808" y="4943250"/>
                </a:cubicBezTo>
                <a:cubicBezTo>
                  <a:pt x="6937128" y="4765580"/>
                  <a:pt x="6732360" y="4610465"/>
                  <a:pt x="6511026" y="4481321"/>
                </a:cubicBezTo>
                <a:cubicBezTo>
                  <a:pt x="6429710" y="4429991"/>
                  <a:pt x="6316792" y="4374202"/>
                  <a:pt x="6181278" y="4296092"/>
                </a:cubicBezTo>
                <a:cubicBezTo>
                  <a:pt x="6045764" y="4217981"/>
                  <a:pt x="5921548" y="4146582"/>
                  <a:pt x="5799604" y="4072931"/>
                </a:cubicBezTo>
                <a:cubicBezTo>
                  <a:pt x="5808630" y="4021601"/>
                  <a:pt x="5828954" y="3961351"/>
                  <a:pt x="5840252" y="3910021"/>
                </a:cubicBezTo>
                <a:cubicBezTo>
                  <a:pt x="6057062" y="3990361"/>
                  <a:pt x="6242250" y="4061782"/>
                  <a:pt x="6418412" y="4133181"/>
                </a:cubicBezTo>
                <a:cubicBezTo>
                  <a:pt x="6479404" y="4164421"/>
                  <a:pt x="6551674" y="4184511"/>
                  <a:pt x="6614897" y="4215752"/>
                </a:cubicBezTo>
                <a:cubicBezTo>
                  <a:pt x="7037240" y="4389810"/>
                  <a:pt x="7459582" y="4566121"/>
                  <a:pt x="7884155" y="4760271"/>
                </a:cubicBezTo>
                <a:cubicBezTo>
                  <a:pt x="8308750" y="4954421"/>
                  <a:pt x="8719794" y="5139630"/>
                  <a:pt x="9133090" y="5344951"/>
                </a:cubicBezTo>
                <a:cubicBezTo>
                  <a:pt x="9849592" y="5693496"/>
                  <a:pt x="10563948" y="6067696"/>
                  <a:pt x="11248248" y="6453238"/>
                </a:cubicBezTo>
                <a:lnTo>
                  <a:pt x="11271250" y="6466522"/>
                </a:lnTo>
                <a:lnTo>
                  <a:pt x="11271250" y="8025849"/>
                </a:lnTo>
                <a:lnTo>
                  <a:pt x="11127932" y="7868896"/>
                </a:lnTo>
                <a:cubicBezTo>
                  <a:pt x="10626200" y="7335692"/>
                  <a:pt x="10025192" y="6775398"/>
                  <a:pt x="9347648" y="6217498"/>
                </a:cubicBezTo>
                <a:lnTo>
                  <a:pt x="8986298" y="6721838"/>
                </a:lnTo>
                <a:cubicBezTo>
                  <a:pt x="8934352" y="6804408"/>
                  <a:pt x="8873380" y="6884748"/>
                  <a:pt x="8810136" y="6967318"/>
                </a:cubicBezTo>
                <a:cubicBezTo>
                  <a:pt x="8741370" y="7068088"/>
                  <a:pt x="8665936" y="7164271"/>
                  <a:pt x="8584278" y="7255187"/>
                </a:cubicBezTo>
                <a:cubicBezTo>
                  <a:pt x="8236478" y="7708196"/>
                  <a:pt x="7863831" y="8179066"/>
                  <a:pt x="7455059" y="8652165"/>
                </a:cubicBezTo>
                <a:cubicBezTo>
                  <a:pt x="8519584" y="9169966"/>
                  <a:pt x="9611634" y="9629290"/>
                  <a:pt x="10726204" y="10028229"/>
                </a:cubicBezTo>
                <a:lnTo>
                  <a:pt x="11271250" y="10216650"/>
                </a:lnTo>
                <a:lnTo>
                  <a:pt x="11271250" y="10526954"/>
                </a:lnTo>
                <a:lnTo>
                  <a:pt x="10880290" y="10396022"/>
                </a:lnTo>
                <a:cubicBezTo>
                  <a:pt x="9652100" y="9967694"/>
                  <a:pt x="8451510" y="9463606"/>
                  <a:pt x="7285672" y="8886474"/>
                </a:cubicBezTo>
                <a:cubicBezTo>
                  <a:pt x="6630575" y="9658753"/>
                  <a:pt x="5912365" y="10441279"/>
                  <a:pt x="5170759" y="11152951"/>
                </a:cubicBezTo>
                <a:lnTo>
                  <a:pt x="5004614" y="11309350"/>
                </a:lnTo>
                <a:lnTo>
                  <a:pt x="4633660" y="11309350"/>
                </a:lnTo>
                <a:lnTo>
                  <a:pt x="4648523" y="11295625"/>
                </a:lnTo>
                <a:cubicBezTo>
                  <a:pt x="4901156" y="11056704"/>
                  <a:pt x="5148602" y="10812342"/>
                  <a:pt x="5393083" y="10566862"/>
                </a:cubicBezTo>
                <a:cubicBezTo>
                  <a:pt x="5962216" y="9991123"/>
                  <a:pt x="6508754" y="9384124"/>
                  <a:pt x="7034988" y="8759285"/>
                </a:cubicBezTo>
                <a:cubicBezTo>
                  <a:pt x="6632970" y="8562905"/>
                  <a:pt x="6230972" y="8357585"/>
                  <a:pt x="5838000" y="8152286"/>
                </a:cubicBezTo>
                <a:cubicBezTo>
                  <a:pt x="5725062" y="8089806"/>
                  <a:pt x="5630216" y="8038476"/>
                  <a:pt x="5528576" y="7987146"/>
                </a:cubicBezTo>
                <a:cubicBezTo>
                  <a:pt x="5338228" y="7909460"/>
                  <a:pt x="5157797" y="7809858"/>
                  <a:pt x="4991064" y="7690357"/>
                </a:cubicBezTo>
                <a:cubicBezTo>
                  <a:pt x="4609390" y="7485036"/>
                  <a:pt x="4248041" y="7277507"/>
                  <a:pt x="3895717" y="7054347"/>
                </a:cubicBezTo>
                <a:cubicBezTo>
                  <a:pt x="2823348" y="6426790"/>
                  <a:pt x="1820383" y="5690075"/>
                  <a:pt x="903236" y="4856220"/>
                </a:cubicBezTo>
                <a:cubicBezTo>
                  <a:pt x="148915" y="4126491"/>
                  <a:pt x="-131139" y="3570822"/>
                  <a:pt x="56321" y="3182522"/>
                </a:cubicBezTo>
                <a:cubicBezTo>
                  <a:pt x="519311" y="2247494"/>
                  <a:pt x="3419177" y="3084343"/>
                  <a:pt x="4774254" y="3530663"/>
                </a:cubicBezTo>
                <a:cubicBezTo>
                  <a:pt x="5680615" y="2350229"/>
                  <a:pt x="6666242" y="1231614"/>
                  <a:pt x="7724376" y="182360"/>
                </a:cubicBezTo>
                <a:close/>
              </a:path>
            </a:pathLst>
          </a:custGeom>
          <a:solidFill>
            <a:schemeClr val="lt1">
              <a:alpha val="3137"/>
            </a:schemeClr>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92" name="Google Shape;92;p3"/>
          <p:cNvSpPr txBox="1"/>
          <p:nvPr/>
        </p:nvSpPr>
        <p:spPr>
          <a:xfrm>
            <a:off x="18823390" y="614699"/>
            <a:ext cx="276860" cy="32702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 sz="1950">
                <a:solidFill>
                  <a:srgbClr val="FFFFFF"/>
                </a:solidFill>
                <a:latin typeface="Ubuntu Mono"/>
                <a:ea typeface="Ubuntu Mono"/>
                <a:cs typeface="Ubuntu Mono"/>
                <a:sym typeface="Ubuntu Mono"/>
              </a:rPr>
              <a:t>05</a:t>
            </a:r>
          </a:p>
        </p:txBody>
      </p:sp>
      <p:sp>
        <p:nvSpPr>
          <p:cNvPr id="93" name="Google Shape;93;p3"/>
          <p:cNvSpPr txBox="1"/>
          <p:nvPr>
            <p:ph type="title"/>
          </p:nvPr>
        </p:nvSpPr>
        <p:spPr>
          <a:xfrm>
            <a:off x="1208625" y="2504154"/>
            <a:ext cx="17830800" cy="1057277"/>
          </a:xfrm>
          <a:prstGeom prst="rect">
            <a:avLst/>
          </a:prstGeom>
          <a:noFill/>
          <a:ln>
            <a:noFill/>
          </a:ln>
        </p:spPr>
        <p:txBody>
          <a:bodyPr anchorCtr="0" anchor="t" bIns="0" lIns="0" spcFirstLastPara="1" rIns="0" wrap="square" tIns="12050">
            <a:spAutoFit/>
          </a:bodyPr>
          <a:lstStyle/>
          <a:p>
            <a:pPr indent="0" lvl="0" marL="12700" marR="5080" rtl="0" algn="l">
              <a:lnSpc>
                <a:spcPct val="150000"/>
              </a:lnSpc>
              <a:spcBef>
                <a:spcPts val="0"/>
              </a:spcBef>
              <a:spcAft>
                <a:spcPts val="0"/>
              </a:spcAft>
              <a:buNone/>
            </a:pPr>
            <a:r>
              <a:rPr b="0" lang="en" sz="2400">
                <a:solidFill>
                  <a:srgbClr val="FFFFFF"/>
                </a:solidFill>
                <a:latin typeface="Arial"/>
                <a:ea typeface="Arial"/>
                <a:cs typeface="Arial"/>
                <a:sym typeface="Arial"/>
              </a:rPr>
              <a:t>NaI + camera + dose meter + the inherited threshold.</a:t>
            </a:r>
          </a:p>
        </p:txBody>
      </p:sp>
      <p:sp>
        <p:nvSpPr>
          <p:cNvPr id="94" name="Google Shape;94;p3"/>
          <p:cNvSpPr txBox="1"/>
          <p:nvPr/>
        </p:nvSpPr>
        <p:spPr>
          <a:xfrm>
            <a:off x="10280846" y="4796033"/>
            <a:ext cx="8703945" cy="5039360"/>
          </a:xfrm>
          <a:prstGeom prst="rect">
            <a:avLst/>
          </a:prstGeom>
          <a:noFill/>
          <a:ln>
            <a:noFill/>
          </a:ln>
        </p:spPr>
        <p:txBody>
          <a:bodyPr anchorCtr="0" anchor="t" bIns="0" lIns="0" spcFirstLastPara="1" rIns="0" wrap="square" tIns="12700">
            <a:spAutoFit/>
          </a:bodyPr>
          <a:lstStyle/>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Real robots in a hot cell don't run forever. We model that:</a:t>
            </a:r>
          </a:p>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
            </a:r>
          </a:p>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  •  Battery drains during work, recharges in the bay</a:t>
            </a:r>
          </a:p>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  •  Cumulative dose accumulates inverse-square near hot items</a:t>
            </a:r>
          </a:p>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  •  At 5 mSv the agent must visit decon</a:t>
            </a:r>
          </a:p>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  •  At 50 mSv it permanently fails</a:t>
            </a:r>
          </a:p>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
            </a:r>
          </a:p>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When an agent goes down, the hivemind's shared task queue routes its drums to surviving agents. Single-agent classification cannot recover from this — its work simply stops.</a:t>
            </a:r>
          </a:p>
        </p:txBody>
      </p:sp>
      <p:sp>
        <p:nvSpPr>
          <p:cNvPr id="95" name="Google Shape;95;p3"/>
          <p:cNvSpPr/>
          <p:nvPr/>
        </p:nvSpPr>
        <p:spPr>
          <a:xfrm>
            <a:off x="0" y="1568534"/>
            <a:ext cx="20104100" cy="0"/>
          </a:xfrm>
          <a:custGeom>
            <a:rect b="b" l="l" r="r" t="t"/>
            <a:pathLst>
              <a:path extrusionOk="0" h="120000" w="20104100">
                <a:moveTo>
                  <a:pt x="0" y="0"/>
                </a:moveTo>
                <a:lnTo>
                  <a:pt x="20104099" y="0"/>
                </a:lnTo>
              </a:path>
            </a:pathLst>
          </a:custGeom>
          <a:noFill/>
          <a:ln cap="flat" cmpd="sng" w="104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96" name="Google Shape;96;p3"/>
          <p:cNvGrpSpPr/>
          <p:nvPr/>
        </p:nvGrpSpPr>
        <p:grpSpPr>
          <a:xfrm>
            <a:off x="1212850" y="396875"/>
            <a:ext cx="1949727" cy="770707"/>
            <a:chOff x="679450" y="-898525"/>
            <a:chExt cx="1949727" cy="770707"/>
          </a:xfrm>
        </p:grpSpPr>
        <p:sp>
          <p:nvSpPr>
            <p:cNvPr id="97" name="Google Shape;97;p3"/>
            <p:cNvSpPr/>
            <p:nvPr/>
          </p:nvSpPr>
          <p:spPr>
            <a:xfrm>
              <a:off x="679450" y="-898525"/>
              <a:ext cx="764256" cy="770707"/>
            </a:xfrm>
            <a:custGeom>
              <a:rect b="b" l="l" r="r" t="t"/>
              <a:pathLst>
                <a:path extrusionOk="0" h="770707" w="764256">
                  <a:moveTo>
                    <a:pt x="430053" y="376514"/>
                  </a:moveTo>
                  <a:cubicBezTo>
                    <a:pt x="410592" y="366846"/>
                    <a:pt x="391237" y="358125"/>
                    <a:pt x="371244" y="348983"/>
                  </a:cubicBezTo>
                  <a:cubicBezTo>
                    <a:pt x="351252" y="339841"/>
                    <a:pt x="331365" y="331539"/>
                    <a:pt x="311478" y="323343"/>
                  </a:cubicBezTo>
                  <a:cubicBezTo>
                    <a:pt x="308501" y="321872"/>
                    <a:pt x="305098" y="320926"/>
                    <a:pt x="302226" y="319455"/>
                  </a:cubicBezTo>
                  <a:cubicBezTo>
                    <a:pt x="293931" y="316093"/>
                    <a:pt x="285211" y="312730"/>
                    <a:pt x="275002" y="308947"/>
                  </a:cubicBezTo>
                  <a:cubicBezTo>
                    <a:pt x="274470" y="311364"/>
                    <a:pt x="273513" y="314201"/>
                    <a:pt x="273088" y="316618"/>
                  </a:cubicBezTo>
                  <a:cubicBezTo>
                    <a:pt x="278830" y="320086"/>
                    <a:pt x="284679" y="323448"/>
                    <a:pt x="291060" y="327126"/>
                  </a:cubicBezTo>
                  <a:cubicBezTo>
                    <a:pt x="297441" y="330804"/>
                    <a:pt x="302758" y="333431"/>
                    <a:pt x="306587" y="335848"/>
                  </a:cubicBezTo>
                  <a:cubicBezTo>
                    <a:pt x="317009" y="341929"/>
                    <a:pt x="326651" y="349233"/>
                    <a:pt x="335300" y="357599"/>
                  </a:cubicBezTo>
                  <a:cubicBezTo>
                    <a:pt x="335766" y="358379"/>
                    <a:pt x="336424" y="359030"/>
                    <a:pt x="337214" y="359491"/>
                  </a:cubicBezTo>
                  <a:cubicBezTo>
                    <a:pt x="345107" y="369677"/>
                    <a:pt x="350758" y="381381"/>
                    <a:pt x="353804" y="393852"/>
                  </a:cubicBezTo>
                  <a:cubicBezTo>
                    <a:pt x="353615" y="394325"/>
                    <a:pt x="353615" y="394850"/>
                    <a:pt x="353804" y="395323"/>
                  </a:cubicBezTo>
                  <a:lnTo>
                    <a:pt x="353804" y="396269"/>
                  </a:lnTo>
                  <a:cubicBezTo>
                    <a:pt x="356805" y="413079"/>
                    <a:pt x="354773" y="430391"/>
                    <a:pt x="347955" y="446076"/>
                  </a:cubicBezTo>
                  <a:cubicBezTo>
                    <a:pt x="344491" y="453269"/>
                    <a:pt x="340248" y="460069"/>
                    <a:pt x="335300" y="466357"/>
                  </a:cubicBezTo>
                  <a:cubicBezTo>
                    <a:pt x="335300" y="466357"/>
                    <a:pt x="335300" y="466357"/>
                    <a:pt x="335300" y="467408"/>
                  </a:cubicBezTo>
                  <a:lnTo>
                    <a:pt x="334343" y="468353"/>
                  </a:lnTo>
                  <a:cubicBezTo>
                    <a:pt x="333811" y="469299"/>
                    <a:pt x="332854" y="469825"/>
                    <a:pt x="332322" y="470770"/>
                  </a:cubicBezTo>
                  <a:cubicBezTo>
                    <a:pt x="320309" y="483502"/>
                    <a:pt x="304525" y="492147"/>
                    <a:pt x="287232" y="495464"/>
                  </a:cubicBezTo>
                  <a:cubicBezTo>
                    <a:pt x="278084" y="493655"/>
                    <a:pt x="269240" y="490577"/>
                    <a:pt x="260964" y="486322"/>
                  </a:cubicBezTo>
                  <a:cubicBezTo>
                    <a:pt x="204748" y="458307"/>
                    <a:pt x="182159" y="390566"/>
                    <a:pt x="210511" y="335019"/>
                  </a:cubicBezTo>
                  <a:cubicBezTo>
                    <a:pt x="213286" y="329583"/>
                    <a:pt x="216502" y="324377"/>
                    <a:pt x="220128" y="319455"/>
                  </a:cubicBezTo>
                  <a:lnTo>
                    <a:pt x="224488" y="313676"/>
                  </a:lnTo>
                  <a:cubicBezTo>
                    <a:pt x="264963" y="266173"/>
                    <a:pt x="336747" y="260087"/>
                    <a:pt x="384822" y="300081"/>
                  </a:cubicBezTo>
                  <a:cubicBezTo>
                    <a:pt x="388636" y="303254"/>
                    <a:pt x="392236" y="306672"/>
                    <a:pt x="395598" y="310313"/>
                  </a:cubicBezTo>
                  <a:lnTo>
                    <a:pt x="399001" y="307371"/>
                  </a:lnTo>
                  <a:cubicBezTo>
                    <a:pt x="375670" y="279546"/>
                    <a:pt x="340812" y="263697"/>
                    <a:pt x="304247" y="264288"/>
                  </a:cubicBezTo>
                  <a:cubicBezTo>
                    <a:pt x="286564" y="264363"/>
                    <a:pt x="269122" y="268349"/>
                    <a:pt x="253201" y="275952"/>
                  </a:cubicBezTo>
                  <a:cubicBezTo>
                    <a:pt x="277980" y="244428"/>
                    <a:pt x="304247" y="213535"/>
                    <a:pt x="330940" y="183587"/>
                  </a:cubicBezTo>
                  <a:cubicBezTo>
                    <a:pt x="377093" y="133254"/>
                    <a:pt x="503963" y="3165"/>
                    <a:pt x="572981" y="9470"/>
                  </a:cubicBezTo>
                  <a:cubicBezTo>
                    <a:pt x="636789" y="19978"/>
                    <a:pt x="573513" y="166144"/>
                    <a:pt x="556498" y="200925"/>
                  </a:cubicBezTo>
                  <a:lnTo>
                    <a:pt x="562772" y="203867"/>
                  </a:lnTo>
                  <a:cubicBezTo>
                    <a:pt x="575556" y="177226"/>
                    <a:pt x="586534" y="149774"/>
                    <a:pt x="595633" y="121695"/>
                  </a:cubicBezTo>
                  <a:cubicBezTo>
                    <a:pt x="606267" y="86808"/>
                    <a:pt x="627537" y="9995"/>
                    <a:pt x="574364" y="328"/>
                  </a:cubicBezTo>
                  <a:cubicBezTo>
                    <a:pt x="544800" y="-2615"/>
                    <a:pt x="513747" y="14829"/>
                    <a:pt x="489288" y="29750"/>
                  </a:cubicBezTo>
                  <a:cubicBezTo>
                    <a:pt x="452194" y="54199"/>
                    <a:pt x="417388" y="81875"/>
                    <a:pt x="385282" y="112448"/>
                  </a:cubicBezTo>
                  <a:cubicBezTo>
                    <a:pt x="327232" y="167838"/>
                    <a:pt x="273582" y="227560"/>
                    <a:pt x="224807" y="291084"/>
                  </a:cubicBezTo>
                  <a:cubicBezTo>
                    <a:pt x="161000" y="270068"/>
                    <a:pt x="24453" y="230663"/>
                    <a:pt x="2652" y="274691"/>
                  </a:cubicBezTo>
                  <a:cubicBezTo>
                    <a:pt x="-6175" y="292975"/>
                    <a:pt x="7012" y="319140"/>
                    <a:pt x="42531" y="353501"/>
                  </a:cubicBezTo>
                  <a:cubicBezTo>
                    <a:pt x="85717" y="392765"/>
                    <a:pt x="132944" y="427455"/>
                    <a:pt x="183439" y="457005"/>
                  </a:cubicBezTo>
                  <a:cubicBezTo>
                    <a:pt x="200029" y="467513"/>
                    <a:pt x="217044" y="477285"/>
                    <a:pt x="235016" y="486953"/>
                  </a:cubicBezTo>
                  <a:cubicBezTo>
                    <a:pt x="242867" y="492580"/>
                    <a:pt x="251363" y="497270"/>
                    <a:pt x="260326" y="500928"/>
                  </a:cubicBezTo>
                  <a:cubicBezTo>
                    <a:pt x="265112" y="503345"/>
                    <a:pt x="269578" y="505762"/>
                    <a:pt x="274896" y="508704"/>
                  </a:cubicBezTo>
                  <a:cubicBezTo>
                    <a:pt x="293400" y="518371"/>
                    <a:pt x="312329" y="528039"/>
                    <a:pt x="331259" y="537286"/>
                  </a:cubicBezTo>
                  <a:cubicBezTo>
                    <a:pt x="306480" y="566708"/>
                    <a:pt x="280745" y="595290"/>
                    <a:pt x="253946" y="622400"/>
                  </a:cubicBezTo>
                  <a:cubicBezTo>
                    <a:pt x="207898" y="668636"/>
                    <a:pt x="159617" y="714030"/>
                    <a:pt x="102404" y="745554"/>
                  </a:cubicBezTo>
                  <a:cubicBezTo>
                    <a:pt x="45509" y="775502"/>
                    <a:pt x="10734" y="764363"/>
                    <a:pt x="20731" y="695221"/>
                  </a:cubicBezTo>
                  <a:cubicBezTo>
                    <a:pt x="30147" y="647236"/>
                    <a:pt x="46327" y="600794"/>
                    <a:pt x="68799" y="557251"/>
                  </a:cubicBezTo>
                  <a:lnTo>
                    <a:pt x="61992" y="553888"/>
                  </a:lnTo>
                  <a:cubicBezTo>
                    <a:pt x="47186" y="583432"/>
                    <a:pt x="34534" y="613983"/>
                    <a:pt x="24134" y="645308"/>
                  </a:cubicBezTo>
                  <a:cubicBezTo>
                    <a:pt x="14882" y="675256"/>
                    <a:pt x="4141" y="713925"/>
                    <a:pt x="14350" y="744924"/>
                  </a:cubicBezTo>
                  <a:cubicBezTo>
                    <a:pt x="29451" y="785590"/>
                    <a:pt x="78157" y="769617"/>
                    <a:pt x="107296" y="754591"/>
                  </a:cubicBezTo>
                  <a:cubicBezTo>
                    <a:pt x="186523" y="712034"/>
                    <a:pt x="272556" y="626394"/>
                    <a:pt x="343063" y="543275"/>
                  </a:cubicBezTo>
                  <a:cubicBezTo>
                    <a:pt x="430897" y="586756"/>
                    <a:pt x="522920" y="621432"/>
                    <a:pt x="617753" y="646779"/>
                  </a:cubicBezTo>
                  <a:cubicBezTo>
                    <a:pt x="647431" y="654749"/>
                    <a:pt x="677942" y="659298"/>
                    <a:pt x="708678" y="660334"/>
                  </a:cubicBezTo>
                  <a:cubicBezTo>
                    <a:pt x="742708" y="660334"/>
                    <a:pt x="756852" y="650667"/>
                    <a:pt x="761851" y="639949"/>
                  </a:cubicBezTo>
                  <a:cubicBezTo>
                    <a:pt x="787054" y="585938"/>
                    <a:pt x="609990" y="464045"/>
                    <a:pt x="430053" y="376514"/>
                  </a:cubicBezTo>
                  <a:close/>
                  <a:moveTo>
                    <a:pt x="212790" y="307371"/>
                  </a:moveTo>
                  <a:cubicBezTo>
                    <a:pt x="187352" y="337222"/>
                    <a:pt x="177621" y="377164"/>
                    <a:pt x="186523" y="415183"/>
                  </a:cubicBezTo>
                  <a:cubicBezTo>
                    <a:pt x="189364" y="428593"/>
                    <a:pt x="194662" y="441378"/>
                    <a:pt x="202156" y="452907"/>
                  </a:cubicBezTo>
                  <a:cubicBezTo>
                    <a:pt x="201198" y="452907"/>
                    <a:pt x="200667" y="451961"/>
                    <a:pt x="199710" y="451436"/>
                  </a:cubicBezTo>
                  <a:cubicBezTo>
                    <a:pt x="117079" y="375568"/>
                    <a:pt x="68373" y="304008"/>
                    <a:pt x="80071" y="269647"/>
                  </a:cubicBezTo>
                  <a:cubicBezTo>
                    <a:pt x="126596" y="276016"/>
                    <a:pt x="172347" y="287036"/>
                    <a:pt x="216618" y="302537"/>
                  </a:cubicBezTo>
                  <a:cubicBezTo>
                    <a:pt x="215236" y="304008"/>
                    <a:pt x="214173" y="305900"/>
                    <a:pt x="212790" y="307371"/>
                  </a:cubicBezTo>
                  <a:close/>
                  <a:moveTo>
                    <a:pt x="306587" y="509965"/>
                  </a:moveTo>
                  <a:lnTo>
                    <a:pt x="309032" y="509965"/>
                  </a:lnTo>
                  <a:cubicBezTo>
                    <a:pt x="328276" y="509940"/>
                    <a:pt x="347247" y="505478"/>
                    <a:pt x="364438" y="496935"/>
                  </a:cubicBezTo>
                  <a:cubicBezTo>
                    <a:pt x="356675" y="507443"/>
                    <a:pt x="348380" y="516795"/>
                    <a:pt x="340192" y="526883"/>
                  </a:cubicBezTo>
                  <a:cubicBezTo>
                    <a:pt x="328919" y="521629"/>
                    <a:pt x="317753" y="515850"/>
                    <a:pt x="306587" y="509965"/>
                  </a:cubicBezTo>
                  <a:close/>
                  <a:moveTo>
                    <a:pt x="404211" y="466462"/>
                  </a:moveTo>
                  <a:cubicBezTo>
                    <a:pt x="408056" y="462181"/>
                    <a:pt x="411608" y="457652"/>
                    <a:pt x="414846" y="452907"/>
                  </a:cubicBezTo>
                  <a:cubicBezTo>
                    <a:pt x="417824" y="449019"/>
                    <a:pt x="420695" y="445236"/>
                    <a:pt x="423141" y="441348"/>
                  </a:cubicBezTo>
                  <a:lnTo>
                    <a:pt x="440156" y="417600"/>
                  </a:lnTo>
                  <a:cubicBezTo>
                    <a:pt x="542248" y="501664"/>
                    <a:pt x="607437" y="586883"/>
                    <a:pt x="600631" y="627760"/>
                  </a:cubicBezTo>
                  <a:cubicBezTo>
                    <a:pt x="514759" y="603215"/>
                    <a:pt x="431240" y="571253"/>
                    <a:pt x="351039" y="532242"/>
                  </a:cubicBezTo>
                  <a:cubicBezTo>
                    <a:pt x="370287" y="509965"/>
                    <a:pt x="387834" y="487793"/>
                    <a:pt x="404211" y="466462"/>
                  </a:cubicBezTo>
                  <a:close/>
                </a:path>
              </a:pathLst>
            </a:custGeom>
            <a:gradFill>
              <a:gsLst>
                <a:gs pos="0">
                  <a:srgbClr val="B21A88"/>
                </a:gs>
                <a:gs pos="35000">
                  <a:srgbClr val="0997E7"/>
                </a:gs>
                <a:gs pos="67000">
                  <a:srgbClr val="00C7B3"/>
                </a:gs>
                <a:gs pos="100000">
                  <a:srgbClr val="D5FF6B"/>
                </a:gs>
              </a:gsLst>
              <a:lin ang="19376676" scaled="0"/>
            </a:gra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nvGrpSpPr>
            <p:cNvPr id="98" name="Google Shape;98;p3"/>
            <p:cNvGrpSpPr/>
            <p:nvPr/>
          </p:nvGrpSpPr>
          <p:grpSpPr>
            <a:xfrm>
              <a:off x="1498298" y="-648002"/>
              <a:ext cx="1130879" cy="242125"/>
              <a:chOff x="2040236" y="652325"/>
              <a:chExt cx="1130879" cy="242125"/>
            </a:xfrm>
          </p:grpSpPr>
          <p:sp>
            <p:nvSpPr>
              <p:cNvPr id="99" name="Google Shape;99;p3"/>
              <p:cNvSpPr/>
              <p:nvPr/>
            </p:nvSpPr>
            <p:spPr>
              <a:xfrm>
                <a:off x="2040236" y="652510"/>
                <a:ext cx="122194" cy="89973"/>
              </a:xfrm>
              <a:custGeom>
                <a:rect b="b" l="l" r="r" t="t"/>
                <a:pathLst>
                  <a:path extrusionOk="0" h="89973" w="122194">
                    <a:moveTo>
                      <a:pt x="69234" y="22827"/>
                    </a:moveTo>
                    <a:cubicBezTo>
                      <a:pt x="66140" y="22755"/>
                      <a:pt x="63047" y="22930"/>
                      <a:pt x="59982" y="23353"/>
                    </a:cubicBezTo>
                    <a:cubicBezTo>
                      <a:pt x="56579" y="23878"/>
                      <a:pt x="54133" y="23878"/>
                      <a:pt x="51262" y="24298"/>
                    </a:cubicBezTo>
                    <a:cubicBezTo>
                      <a:pt x="48600" y="24850"/>
                      <a:pt x="46000" y="25660"/>
                      <a:pt x="43499" y="26715"/>
                    </a:cubicBezTo>
                    <a:cubicBezTo>
                      <a:pt x="41204" y="27721"/>
                      <a:pt x="39058" y="29029"/>
                      <a:pt x="37118" y="30603"/>
                    </a:cubicBezTo>
                    <a:cubicBezTo>
                      <a:pt x="35156" y="32098"/>
                      <a:pt x="33647" y="34097"/>
                      <a:pt x="32758" y="36382"/>
                    </a:cubicBezTo>
                    <a:cubicBezTo>
                      <a:pt x="31859" y="38905"/>
                      <a:pt x="31218" y="41510"/>
                      <a:pt x="30843" y="44158"/>
                    </a:cubicBezTo>
                    <a:cubicBezTo>
                      <a:pt x="30918" y="47159"/>
                      <a:pt x="31568" y="50119"/>
                      <a:pt x="32758" y="52880"/>
                    </a:cubicBezTo>
                    <a:cubicBezTo>
                      <a:pt x="34041" y="55230"/>
                      <a:pt x="35908" y="57218"/>
                      <a:pt x="38181" y="58659"/>
                    </a:cubicBezTo>
                    <a:cubicBezTo>
                      <a:pt x="40411" y="60259"/>
                      <a:pt x="42842" y="61566"/>
                      <a:pt x="45413" y="62547"/>
                    </a:cubicBezTo>
                    <a:cubicBezTo>
                      <a:pt x="47962" y="63545"/>
                      <a:pt x="50595" y="64318"/>
                      <a:pt x="53282" y="64859"/>
                    </a:cubicBezTo>
                    <a:cubicBezTo>
                      <a:pt x="56155" y="65434"/>
                      <a:pt x="59073" y="65750"/>
                      <a:pt x="62003" y="65805"/>
                    </a:cubicBezTo>
                    <a:lnTo>
                      <a:pt x="85186" y="65805"/>
                    </a:lnTo>
                    <a:cubicBezTo>
                      <a:pt x="87206" y="65805"/>
                      <a:pt x="89652" y="65805"/>
                      <a:pt x="91992" y="65805"/>
                    </a:cubicBezTo>
                    <a:lnTo>
                      <a:pt x="91992" y="43108"/>
                    </a:lnTo>
                    <a:lnTo>
                      <a:pt x="122194" y="43108"/>
                    </a:lnTo>
                    <a:lnTo>
                      <a:pt x="122194" y="83773"/>
                    </a:lnTo>
                    <a:cubicBezTo>
                      <a:pt x="117302" y="85140"/>
                      <a:pt x="112410" y="86190"/>
                      <a:pt x="107625" y="87136"/>
                    </a:cubicBezTo>
                    <a:cubicBezTo>
                      <a:pt x="102949" y="88024"/>
                      <a:pt x="98227" y="88656"/>
                      <a:pt x="93481" y="89027"/>
                    </a:cubicBezTo>
                    <a:cubicBezTo>
                      <a:pt x="88823" y="89600"/>
                      <a:pt x="84136" y="89916"/>
                      <a:pt x="79443" y="89973"/>
                    </a:cubicBezTo>
                    <a:lnTo>
                      <a:pt x="63917" y="89973"/>
                    </a:lnTo>
                    <a:cubicBezTo>
                      <a:pt x="58600" y="89973"/>
                      <a:pt x="53282" y="89973"/>
                      <a:pt x="48390" y="89973"/>
                    </a:cubicBezTo>
                    <a:cubicBezTo>
                      <a:pt x="43288" y="89663"/>
                      <a:pt x="38230" y="88854"/>
                      <a:pt x="33289" y="87556"/>
                    </a:cubicBezTo>
                    <a:cubicBezTo>
                      <a:pt x="28738" y="86505"/>
                      <a:pt x="24342" y="84880"/>
                      <a:pt x="20209" y="82723"/>
                    </a:cubicBezTo>
                    <a:cubicBezTo>
                      <a:pt x="16185" y="80659"/>
                      <a:pt x="12580" y="77881"/>
                      <a:pt x="9574" y="74526"/>
                    </a:cubicBezTo>
                    <a:cubicBezTo>
                      <a:pt x="6521" y="70910"/>
                      <a:pt x="4078" y="66829"/>
                      <a:pt x="2343" y="62442"/>
                    </a:cubicBezTo>
                    <a:cubicBezTo>
                      <a:pt x="455" y="56827"/>
                      <a:pt x="-304" y="50901"/>
                      <a:pt x="110" y="44999"/>
                    </a:cubicBezTo>
                    <a:cubicBezTo>
                      <a:pt x="52" y="39270"/>
                      <a:pt x="877" y="33565"/>
                      <a:pt x="2556" y="28081"/>
                    </a:cubicBezTo>
                    <a:cubicBezTo>
                      <a:pt x="3873" y="23505"/>
                      <a:pt x="6364" y="19343"/>
                      <a:pt x="9787" y="15997"/>
                    </a:cubicBezTo>
                    <a:cubicBezTo>
                      <a:pt x="12792" y="12643"/>
                      <a:pt x="16398" y="9865"/>
                      <a:pt x="20422" y="7801"/>
                    </a:cubicBezTo>
                    <a:cubicBezTo>
                      <a:pt x="24555" y="5643"/>
                      <a:pt x="28950" y="4019"/>
                      <a:pt x="33502" y="2967"/>
                    </a:cubicBezTo>
                    <a:cubicBezTo>
                      <a:pt x="38394" y="2021"/>
                      <a:pt x="43286" y="1076"/>
                      <a:pt x="48178" y="550"/>
                    </a:cubicBezTo>
                    <a:cubicBezTo>
                      <a:pt x="53411" y="106"/>
                      <a:pt x="58664" y="-70"/>
                      <a:pt x="63917" y="25"/>
                    </a:cubicBezTo>
                    <a:lnTo>
                      <a:pt x="68809" y="25"/>
                    </a:lnTo>
                    <a:cubicBezTo>
                      <a:pt x="77840" y="125"/>
                      <a:pt x="86857" y="722"/>
                      <a:pt x="95820" y="1811"/>
                    </a:cubicBezTo>
                    <a:cubicBezTo>
                      <a:pt x="104709" y="2889"/>
                      <a:pt x="113494" y="4681"/>
                      <a:pt x="122088" y="7170"/>
                    </a:cubicBezTo>
                    <a:lnTo>
                      <a:pt x="122088" y="30813"/>
                    </a:lnTo>
                    <a:cubicBezTo>
                      <a:pt x="119389" y="29927"/>
                      <a:pt x="116612" y="29294"/>
                      <a:pt x="113793" y="28922"/>
                    </a:cubicBezTo>
                    <a:lnTo>
                      <a:pt x="105072" y="27451"/>
                    </a:lnTo>
                    <a:cubicBezTo>
                      <a:pt x="102192" y="26934"/>
                      <a:pt x="99278" y="26617"/>
                      <a:pt x="96352" y="26505"/>
                    </a:cubicBezTo>
                    <a:cubicBezTo>
                      <a:pt x="93608" y="26085"/>
                      <a:pt x="90833" y="25909"/>
                      <a:pt x="88057" y="25980"/>
                    </a:cubicBezTo>
                    <a:cubicBezTo>
                      <a:pt x="81997" y="23932"/>
                      <a:pt x="75639" y="22867"/>
                      <a:pt x="69234" y="22827"/>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 name="Google Shape;100;p3"/>
              <p:cNvSpPr/>
              <p:nvPr/>
            </p:nvSpPr>
            <p:spPr>
              <a:xfrm>
                <a:off x="2177531" y="653586"/>
                <a:ext cx="105069" cy="88477"/>
              </a:xfrm>
              <a:custGeom>
                <a:rect b="b" l="l" r="r" t="t"/>
                <a:pathLst>
                  <a:path extrusionOk="0" h="88477" w="105069">
                    <a:moveTo>
                      <a:pt x="105069" y="64729"/>
                    </a:moveTo>
                    <a:lnTo>
                      <a:pt x="105069" y="88477"/>
                    </a:lnTo>
                    <a:lnTo>
                      <a:pt x="0" y="88477"/>
                    </a:lnTo>
                    <a:lnTo>
                      <a:pt x="0" y="0"/>
                    </a:lnTo>
                    <a:lnTo>
                      <a:pt x="30202" y="0"/>
                    </a:lnTo>
                    <a:lnTo>
                      <a:pt x="30202" y="6472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 name="Google Shape;101;p3"/>
              <p:cNvSpPr/>
              <p:nvPr/>
            </p:nvSpPr>
            <p:spPr>
              <a:xfrm>
                <a:off x="2287903" y="652325"/>
                <a:ext cx="138072" cy="91223"/>
              </a:xfrm>
              <a:custGeom>
                <a:rect b="b" l="l" r="r" t="t"/>
                <a:pathLst>
                  <a:path extrusionOk="0" h="91223" w="138072">
                    <a:moveTo>
                      <a:pt x="69033" y="210"/>
                    </a:moveTo>
                    <a:lnTo>
                      <a:pt x="85623" y="210"/>
                    </a:lnTo>
                    <a:cubicBezTo>
                      <a:pt x="90940" y="736"/>
                      <a:pt x="96257" y="1261"/>
                      <a:pt x="101681" y="2207"/>
                    </a:cubicBezTo>
                    <a:cubicBezTo>
                      <a:pt x="106498" y="3148"/>
                      <a:pt x="111209" y="4592"/>
                      <a:pt x="115718" y="6515"/>
                    </a:cubicBezTo>
                    <a:cubicBezTo>
                      <a:pt x="120100" y="8549"/>
                      <a:pt x="124067" y="11363"/>
                      <a:pt x="127416" y="14816"/>
                    </a:cubicBezTo>
                    <a:cubicBezTo>
                      <a:pt x="130851" y="18411"/>
                      <a:pt x="133489" y="22668"/>
                      <a:pt x="135180" y="27321"/>
                    </a:cubicBezTo>
                    <a:cubicBezTo>
                      <a:pt x="137253" y="33228"/>
                      <a:pt x="138232" y="39459"/>
                      <a:pt x="138051" y="45710"/>
                    </a:cubicBezTo>
                    <a:cubicBezTo>
                      <a:pt x="138200" y="51788"/>
                      <a:pt x="137221" y="57840"/>
                      <a:pt x="135180" y="63573"/>
                    </a:cubicBezTo>
                    <a:cubicBezTo>
                      <a:pt x="133499" y="68258"/>
                      <a:pt x="130851" y="72550"/>
                      <a:pt x="127416" y="76183"/>
                    </a:cubicBezTo>
                    <a:cubicBezTo>
                      <a:pt x="124067" y="79603"/>
                      <a:pt x="120100" y="82383"/>
                      <a:pt x="115718" y="84379"/>
                    </a:cubicBezTo>
                    <a:cubicBezTo>
                      <a:pt x="111146" y="86288"/>
                      <a:pt x="106456" y="87902"/>
                      <a:pt x="101681" y="89213"/>
                    </a:cubicBezTo>
                    <a:cubicBezTo>
                      <a:pt x="96459" y="90659"/>
                      <a:pt x="91046" y="91332"/>
                      <a:pt x="85623" y="91209"/>
                    </a:cubicBezTo>
                    <a:cubicBezTo>
                      <a:pt x="80199" y="91209"/>
                      <a:pt x="74988" y="91209"/>
                      <a:pt x="69033" y="91209"/>
                    </a:cubicBezTo>
                    <a:cubicBezTo>
                      <a:pt x="63078" y="91209"/>
                      <a:pt x="58398" y="91209"/>
                      <a:pt x="52549" y="91209"/>
                    </a:cubicBezTo>
                    <a:cubicBezTo>
                      <a:pt x="46700" y="91209"/>
                      <a:pt x="41915" y="90159"/>
                      <a:pt x="36491" y="89213"/>
                    </a:cubicBezTo>
                    <a:cubicBezTo>
                      <a:pt x="31536" y="88417"/>
                      <a:pt x="26750" y="86782"/>
                      <a:pt x="22347" y="84379"/>
                    </a:cubicBezTo>
                    <a:cubicBezTo>
                      <a:pt x="13255" y="80252"/>
                      <a:pt x="6247" y="72673"/>
                      <a:pt x="2886" y="63363"/>
                    </a:cubicBezTo>
                    <a:cubicBezTo>
                      <a:pt x="844" y="57630"/>
                      <a:pt x="-134" y="51577"/>
                      <a:pt x="15" y="45500"/>
                    </a:cubicBezTo>
                    <a:cubicBezTo>
                      <a:pt x="-123" y="39252"/>
                      <a:pt x="855" y="33029"/>
                      <a:pt x="2886" y="27111"/>
                    </a:cubicBezTo>
                    <a:cubicBezTo>
                      <a:pt x="4545" y="22422"/>
                      <a:pt x="7236" y="18153"/>
                      <a:pt x="10756" y="14606"/>
                    </a:cubicBezTo>
                    <a:cubicBezTo>
                      <a:pt x="14074" y="11156"/>
                      <a:pt x="17998" y="8342"/>
                      <a:pt x="22347" y="6305"/>
                    </a:cubicBezTo>
                    <a:cubicBezTo>
                      <a:pt x="26888" y="4367"/>
                      <a:pt x="31631" y="2922"/>
                      <a:pt x="36491" y="1997"/>
                    </a:cubicBezTo>
                    <a:cubicBezTo>
                      <a:pt x="41808" y="1066"/>
                      <a:pt x="47168" y="399"/>
                      <a:pt x="52549" y="0"/>
                    </a:cubicBezTo>
                    <a:close/>
                    <a:moveTo>
                      <a:pt x="69033" y="67461"/>
                    </a:moveTo>
                    <a:cubicBezTo>
                      <a:pt x="73584" y="67408"/>
                      <a:pt x="78125" y="67092"/>
                      <a:pt x="82645" y="66516"/>
                    </a:cubicBezTo>
                    <a:cubicBezTo>
                      <a:pt x="86835" y="66095"/>
                      <a:pt x="90951" y="65105"/>
                      <a:pt x="94875" y="63573"/>
                    </a:cubicBezTo>
                    <a:cubicBezTo>
                      <a:pt x="98310" y="62346"/>
                      <a:pt x="101330" y="60199"/>
                      <a:pt x="103595" y="57374"/>
                    </a:cubicBezTo>
                    <a:cubicBezTo>
                      <a:pt x="105924" y="54126"/>
                      <a:pt x="107126" y="50216"/>
                      <a:pt x="106998" y="46235"/>
                    </a:cubicBezTo>
                    <a:cubicBezTo>
                      <a:pt x="107073" y="43568"/>
                      <a:pt x="106562" y="40917"/>
                      <a:pt x="105509" y="38459"/>
                    </a:cubicBezTo>
                    <a:cubicBezTo>
                      <a:pt x="104478" y="36253"/>
                      <a:pt x="102999" y="34283"/>
                      <a:pt x="101149" y="32680"/>
                    </a:cubicBezTo>
                    <a:cubicBezTo>
                      <a:pt x="99246" y="31107"/>
                      <a:pt x="97140" y="29799"/>
                      <a:pt x="94875" y="28792"/>
                    </a:cubicBezTo>
                    <a:cubicBezTo>
                      <a:pt x="92312" y="27796"/>
                      <a:pt x="89685" y="26988"/>
                      <a:pt x="87005" y="26375"/>
                    </a:cubicBezTo>
                    <a:lnTo>
                      <a:pt x="78285" y="24904"/>
                    </a:lnTo>
                    <a:cubicBezTo>
                      <a:pt x="75414" y="24904"/>
                      <a:pt x="72011" y="24904"/>
                      <a:pt x="69033" y="24904"/>
                    </a:cubicBezTo>
                    <a:cubicBezTo>
                      <a:pt x="65949" y="24706"/>
                      <a:pt x="62865" y="24706"/>
                      <a:pt x="59781" y="24904"/>
                    </a:cubicBezTo>
                    <a:cubicBezTo>
                      <a:pt x="56835" y="25154"/>
                      <a:pt x="53921" y="25646"/>
                      <a:pt x="51061" y="26375"/>
                    </a:cubicBezTo>
                    <a:cubicBezTo>
                      <a:pt x="48189" y="27321"/>
                      <a:pt x="45743" y="27846"/>
                      <a:pt x="43297" y="28792"/>
                    </a:cubicBezTo>
                    <a:cubicBezTo>
                      <a:pt x="40958" y="29646"/>
                      <a:pt x="38820" y="30970"/>
                      <a:pt x="37023" y="32680"/>
                    </a:cubicBezTo>
                    <a:cubicBezTo>
                      <a:pt x="35002" y="34140"/>
                      <a:pt x="33450" y="36147"/>
                      <a:pt x="32556" y="38459"/>
                    </a:cubicBezTo>
                    <a:cubicBezTo>
                      <a:pt x="31599" y="40941"/>
                      <a:pt x="31131" y="43580"/>
                      <a:pt x="31174" y="46235"/>
                    </a:cubicBezTo>
                    <a:cubicBezTo>
                      <a:pt x="30983" y="48927"/>
                      <a:pt x="31652" y="51612"/>
                      <a:pt x="33088" y="53906"/>
                    </a:cubicBezTo>
                    <a:cubicBezTo>
                      <a:pt x="33971" y="56222"/>
                      <a:pt x="35481" y="58255"/>
                      <a:pt x="37448" y="59790"/>
                    </a:cubicBezTo>
                    <a:cubicBezTo>
                      <a:pt x="39384" y="61293"/>
                      <a:pt x="41489" y="62564"/>
                      <a:pt x="43723" y="63573"/>
                    </a:cubicBezTo>
                    <a:cubicBezTo>
                      <a:pt x="46222" y="64737"/>
                      <a:pt x="48870" y="65550"/>
                      <a:pt x="51592" y="65990"/>
                    </a:cubicBezTo>
                    <a:cubicBezTo>
                      <a:pt x="54464" y="66599"/>
                      <a:pt x="57377" y="66951"/>
                      <a:pt x="60313" y="67041"/>
                    </a:cubicBezTo>
                    <a:cubicBezTo>
                      <a:pt x="63184" y="67041"/>
                      <a:pt x="66162" y="67461"/>
                      <a:pt x="69033" y="67461"/>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 name="Google Shape;102;p3"/>
              <p:cNvSpPr/>
              <p:nvPr/>
            </p:nvSpPr>
            <p:spPr>
              <a:xfrm>
                <a:off x="2440948" y="653567"/>
                <a:ext cx="120509" cy="88503"/>
              </a:xfrm>
              <a:custGeom>
                <a:rect b="b" l="l" r="r" t="t"/>
                <a:pathLst>
                  <a:path extrusionOk="0" h="88503" w="120509">
                    <a:moveTo>
                      <a:pt x="120489" y="63802"/>
                    </a:moveTo>
                    <a:cubicBezTo>
                      <a:pt x="120638" y="67129"/>
                      <a:pt x="119979" y="70442"/>
                      <a:pt x="118575" y="73469"/>
                    </a:cubicBezTo>
                    <a:cubicBezTo>
                      <a:pt x="117373" y="76400"/>
                      <a:pt x="115565" y="79049"/>
                      <a:pt x="113258" y="81245"/>
                    </a:cubicBezTo>
                    <a:cubicBezTo>
                      <a:pt x="110865" y="83268"/>
                      <a:pt x="108270" y="85030"/>
                      <a:pt x="105494" y="86499"/>
                    </a:cubicBezTo>
                    <a:cubicBezTo>
                      <a:pt x="102432" y="87904"/>
                      <a:pt x="99082" y="88587"/>
                      <a:pt x="95711" y="88496"/>
                    </a:cubicBezTo>
                    <a:lnTo>
                      <a:pt x="0" y="88496"/>
                    </a:lnTo>
                    <a:lnTo>
                      <a:pt x="0" y="18"/>
                    </a:lnTo>
                    <a:lnTo>
                      <a:pt x="89436" y="18"/>
                    </a:lnTo>
                    <a:cubicBezTo>
                      <a:pt x="92627" y="-120"/>
                      <a:pt x="95806" y="530"/>
                      <a:pt x="98688" y="1910"/>
                    </a:cubicBezTo>
                    <a:cubicBezTo>
                      <a:pt x="104240" y="4162"/>
                      <a:pt x="108642" y="8513"/>
                      <a:pt x="110918" y="13994"/>
                    </a:cubicBezTo>
                    <a:cubicBezTo>
                      <a:pt x="112120" y="16936"/>
                      <a:pt x="112769" y="20070"/>
                      <a:pt x="112832" y="23241"/>
                    </a:cubicBezTo>
                    <a:cubicBezTo>
                      <a:pt x="112917" y="24870"/>
                      <a:pt x="112737" y="26501"/>
                      <a:pt x="112301" y="28075"/>
                    </a:cubicBezTo>
                    <a:cubicBezTo>
                      <a:pt x="111875" y="29761"/>
                      <a:pt x="111237" y="31387"/>
                      <a:pt x="110386" y="32908"/>
                    </a:cubicBezTo>
                    <a:cubicBezTo>
                      <a:pt x="109429" y="34274"/>
                      <a:pt x="108898" y="35745"/>
                      <a:pt x="107940" y="37217"/>
                    </a:cubicBezTo>
                    <a:cubicBezTo>
                      <a:pt x="106983" y="38688"/>
                      <a:pt x="106026" y="39633"/>
                      <a:pt x="105069" y="41105"/>
                    </a:cubicBezTo>
                    <a:cubicBezTo>
                      <a:pt x="107196" y="42116"/>
                      <a:pt x="109163" y="43426"/>
                      <a:pt x="110918" y="44992"/>
                    </a:cubicBezTo>
                    <a:cubicBezTo>
                      <a:pt x="112641" y="46623"/>
                      <a:pt x="114247" y="48380"/>
                      <a:pt x="115704" y="50246"/>
                    </a:cubicBezTo>
                    <a:cubicBezTo>
                      <a:pt x="117161" y="52102"/>
                      <a:pt x="118181" y="54256"/>
                      <a:pt x="118681" y="56551"/>
                    </a:cubicBezTo>
                    <a:cubicBezTo>
                      <a:pt x="119745" y="58832"/>
                      <a:pt x="120362" y="61292"/>
                      <a:pt x="120489" y="63802"/>
                    </a:cubicBezTo>
                    <a:close/>
                    <a:moveTo>
                      <a:pt x="30627" y="33854"/>
                    </a:moveTo>
                    <a:lnTo>
                      <a:pt x="79227" y="33854"/>
                    </a:lnTo>
                    <a:cubicBezTo>
                      <a:pt x="82928" y="33914"/>
                      <a:pt x="85980" y="30999"/>
                      <a:pt x="86033" y="27343"/>
                    </a:cubicBezTo>
                    <a:cubicBezTo>
                      <a:pt x="86033" y="27237"/>
                      <a:pt x="86033" y="27130"/>
                      <a:pt x="86033" y="27024"/>
                    </a:cubicBezTo>
                    <a:cubicBezTo>
                      <a:pt x="86150" y="23428"/>
                      <a:pt x="83300" y="20416"/>
                      <a:pt x="79663" y="20299"/>
                    </a:cubicBezTo>
                    <a:cubicBezTo>
                      <a:pt x="79514" y="20295"/>
                      <a:pt x="79376" y="20295"/>
                      <a:pt x="79227" y="20299"/>
                    </a:cubicBezTo>
                    <a:lnTo>
                      <a:pt x="30627" y="20299"/>
                    </a:lnTo>
                    <a:close/>
                    <a:moveTo>
                      <a:pt x="83800" y="67690"/>
                    </a:moveTo>
                    <a:cubicBezTo>
                      <a:pt x="87437" y="67807"/>
                      <a:pt x="90489" y="64988"/>
                      <a:pt x="90606" y="61392"/>
                    </a:cubicBezTo>
                    <a:cubicBezTo>
                      <a:pt x="90606" y="61249"/>
                      <a:pt x="90606" y="61108"/>
                      <a:pt x="90606" y="60965"/>
                    </a:cubicBezTo>
                    <a:cubicBezTo>
                      <a:pt x="90723" y="57310"/>
                      <a:pt x="87820" y="54253"/>
                      <a:pt x="84119" y="54137"/>
                    </a:cubicBezTo>
                    <a:cubicBezTo>
                      <a:pt x="84013" y="54133"/>
                      <a:pt x="83906" y="54132"/>
                      <a:pt x="83800" y="54134"/>
                    </a:cubicBezTo>
                    <a:lnTo>
                      <a:pt x="30627" y="54134"/>
                    </a:lnTo>
                    <a:lnTo>
                      <a:pt x="30627" y="67690"/>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 name="Google Shape;103;p3"/>
              <p:cNvSpPr/>
              <p:nvPr/>
            </p:nvSpPr>
            <p:spPr>
              <a:xfrm>
                <a:off x="2561438" y="653586"/>
                <a:ext cx="154094" cy="88477"/>
              </a:xfrm>
              <a:custGeom>
                <a:rect b="b" l="l" r="r" t="t"/>
                <a:pathLst>
                  <a:path extrusionOk="0" h="88477" w="154094">
                    <a:moveTo>
                      <a:pt x="34775" y="88477"/>
                    </a:moveTo>
                    <a:lnTo>
                      <a:pt x="0" y="88477"/>
                    </a:lnTo>
                    <a:lnTo>
                      <a:pt x="57852" y="0"/>
                    </a:lnTo>
                    <a:lnTo>
                      <a:pt x="96242" y="0"/>
                    </a:lnTo>
                    <a:lnTo>
                      <a:pt x="154094" y="88477"/>
                    </a:lnTo>
                    <a:lnTo>
                      <a:pt x="119638" y="88477"/>
                    </a:lnTo>
                    <a:lnTo>
                      <a:pt x="110812" y="75447"/>
                    </a:lnTo>
                    <a:lnTo>
                      <a:pt x="43283" y="75447"/>
                    </a:lnTo>
                    <a:close/>
                    <a:moveTo>
                      <a:pt x="77313" y="24589"/>
                    </a:moveTo>
                    <a:lnTo>
                      <a:pt x="59341" y="51699"/>
                    </a:lnTo>
                    <a:lnTo>
                      <a:pt x="95285" y="5169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 name="Google Shape;104;p3"/>
              <p:cNvSpPr/>
              <p:nvPr/>
            </p:nvSpPr>
            <p:spPr>
              <a:xfrm>
                <a:off x="2723508" y="653586"/>
                <a:ext cx="105068" cy="88477"/>
              </a:xfrm>
              <a:custGeom>
                <a:rect b="b" l="l" r="r" t="t"/>
                <a:pathLst>
                  <a:path extrusionOk="0" h="88477" w="105068">
                    <a:moveTo>
                      <a:pt x="105069" y="64729"/>
                    </a:moveTo>
                    <a:lnTo>
                      <a:pt x="105069" y="88477"/>
                    </a:lnTo>
                    <a:lnTo>
                      <a:pt x="0" y="88477"/>
                    </a:lnTo>
                    <a:lnTo>
                      <a:pt x="0" y="0"/>
                    </a:lnTo>
                    <a:lnTo>
                      <a:pt x="30202" y="0"/>
                    </a:lnTo>
                    <a:lnTo>
                      <a:pt x="30202" y="6472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 name="Google Shape;105;p3"/>
              <p:cNvSpPr/>
              <p:nvPr/>
            </p:nvSpPr>
            <p:spPr>
              <a:xfrm>
                <a:off x="2040878" y="804480"/>
                <a:ext cx="127082" cy="88477"/>
              </a:xfrm>
              <a:custGeom>
                <a:rect b="b" l="l" r="r" t="t"/>
                <a:pathLst>
                  <a:path extrusionOk="0" h="88477" w="127082">
                    <a:moveTo>
                      <a:pt x="97306" y="0"/>
                    </a:moveTo>
                    <a:lnTo>
                      <a:pt x="127083" y="0"/>
                    </a:lnTo>
                    <a:lnTo>
                      <a:pt x="127083" y="88477"/>
                    </a:lnTo>
                    <a:lnTo>
                      <a:pt x="97306" y="88477"/>
                    </a:lnTo>
                    <a:lnTo>
                      <a:pt x="97306" y="56008"/>
                    </a:lnTo>
                    <a:lnTo>
                      <a:pt x="30202" y="56008"/>
                    </a:lnTo>
                    <a:lnTo>
                      <a:pt x="30202" y="88477"/>
                    </a:lnTo>
                    <a:lnTo>
                      <a:pt x="0" y="88477"/>
                    </a:lnTo>
                    <a:lnTo>
                      <a:pt x="0" y="0"/>
                    </a:lnTo>
                    <a:lnTo>
                      <a:pt x="30202" y="0"/>
                    </a:lnTo>
                    <a:lnTo>
                      <a:pt x="30202" y="32365"/>
                    </a:lnTo>
                    <a:lnTo>
                      <a:pt x="97306" y="32365"/>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 name="Google Shape;106;p3"/>
              <p:cNvSpPr/>
              <p:nvPr/>
            </p:nvSpPr>
            <p:spPr>
              <a:xfrm>
                <a:off x="2177106" y="804480"/>
                <a:ext cx="154094" cy="88477"/>
              </a:xfrm>
              <a:custGeom>
                <a:rect b="b" l="l" r="r" t="t"/>
                <a:pathLst>
                  <a:path extrusionOk="0" h="88477" w="154094">
                    <a:moveTo>
                      <a:pt x="34456" y="88477"/>
                    </a:moveTo>
                    <a:lnTo>
                      <a:pt x="0" y="88477"/>
                    </a:lnTo>
                    <a:lnTo>
                      <a:pt x="57852" y="0"/>
                    </a:lnTo>
                    <a:lnTo>
                      <a:pt x="96242" y="0"/>
                    </a:lnTo>
                    <a:lnTo>
                      <a:pt x="154094" y="88477"/>
                    </a:lnTo>
                    <a:lnTo>
                      <a:pt x="119532" y="88477"/>
                    </a:lnTo>
                    <a:lnTo>
                      <a:pt x="110812" y="75447"/>
                    </a:lnTo>
                    <a:lnTo>
                      <a:pt x="43283" y="75447"/>
                    </a:lnTo>
                    <a:close/>
                    <a:moveTo>
                      <a:pt x="76994" y="24589"/>
                    </a:moveTo>
                    <a:lnTo>
                      <a:pt x="58915" y="51699"/>
                    </a:lnTo>
                    <a:lnTo>
                      <a:pt x="94966" y="5169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 name="Google Shape;107;p3"/>
              <p:cNvSpPr/>
              <p:nvPr/>
            </p:nvSpPr>
            <p:spPr>
              <a:xfrm>
                <a:off x="2327581" y="804667"/>
                <a:ext cx="121449" cy="89783"/>
              </a:xfrm>
              <a:custGeom>
                <a:rect b="b" l="l" r="r" t="t"/>
                <a:pathLst>
                  <a:path extrusionOk="0" h="89783" w="121449">
                    <a:moveTo>
                      <a:pt x="67745" y="22510"/>
                    </a:moveTo>
                    <a:cubicBezTo>
                      <a:pt x="64704" y="22313"/>
                      <a:pt x="61641" y="22313"/>
                      <a:pt x="58600" y="22510"/>
                    </a:cubicBezTo>
                    <a:cubicBezTo>
                      <a:pt x="55197" y="22510"/>
                      <a:pt x="52751" y="22510"/>
                      <a:pt x="49773" y="23561"/>
                    </a:cubicBezTo>
                    <a:cubicBezTo>
                      <a:pt x="47082" y="24016"/>
                      <a:pt x="44477" y="24829"/>
                      <a:pt x="42010" y="25978"/>
                    </a:cubicBezTo>
                    <a:cubicBezTo>
                      <a:pt x="39734" y="26961"/>
                      <a:pt x="37618" y="28271"/>
                      <a:pt x="35735" y="29866"/>
                    </a:cubicBezTo>
                    <a:cubicBezTo>
                      <a:pt x="33715" y="31331"/>
                      <a:pt x="32162" y="33336"/>
                      <a:pt x="31269" y="35645"/>
                    </a:cubicBezTo>
                    <a:cubicBezTo>
                      <a:pt x="30386" y="38136"/>
                      <a:pt x="29738" y="40704"/>
                      <a:pt x="29355" y="43316"/>
                    </a:cubicBezTo>
                    <a:cubicBezTo>
                      <a:pt x="29419" y="46318"/>
                      <a:pt x="30067" y="49281"/>
                      <a:pt x="31269" y="52038"/>
                    </a:cubicBezTo>
                    <a:cubicBezTo>
                      <a:pt x="32524" y="54410"/>
                      <a:pt x="34396" y="56406"/>
                      <a:pt x="36693" y="57817"/>
                    </a:cubicBezTo>
                    <a:cubicBezTo>
                      <a:pt x="38936" y="59400"/>
                      <a:pt x="41361" y="60705"/>
                      <a:pt x="43924" y="61705"/>
                    </a:cubicBezTo>
                    <a:cubicBezTo>
                      <a:pt x="46806" y="62617"/>
                      <a:pt x="49752" y="63286"/>
                      <a:pt x="52751" y="63702"/>
                    </a:cubicBezTo>
                    <a:cubicBezTo>
                      <a:pt x="55633" y="64197"/>
                      <a:pt x="58546" y="64512"/>
                      <a:pt x="61471" y="64647"/>
                    </a:cubicBezTo>
                    <a:lnTo>
                      <a:pt x="74339" y="64647"/>
                    </a:lnTo>
                    <a:cubicBezTo>
                      <a:pt x="76774" y="64893"/>
                      <a:pt x="79241" y="64893"/>
                      <a:pt x="81677" y="64647"/>
                    </a:cubicBezTo>
                    <a:cubicBezTo>
                      <a:pt x="84761" y="64415"/>
                      <a:pt x="87845" y="64415"/>
                      <a:pt x="90929" y="64647"/>
                    </a:cubicBezTo>
                    <a:cubicBezTo>
                      <a:pt x="94491" y="64580"/>
                      <a:pt x="98054" y="64228"/>
                      <a:pt x="101563" y="63597"/>
                    </a:cubicBezTo>
                    <a:lnTo>
                      <a:pt x="112198" y="62231"/>
                    </a:lnTo>
                    <a:cubicBezTo>
                      <a:pt x="115346" y="61675"/>
                      <a:pt x="118440" y="60867"/>
                      <a:pt x="121450" y="59814"/>
                    </a:cubicBezTo>
                    <a:lnTo>
                      <a:pt x="121450" y="82931"/>
                    </a:lnTo>
                    <a:cubicBezTo>
                      <a:pt x="112868" y="85462"/>
                      <a:pt x="104073" y="87254"/>
                      <a:pt x="95182" y="88290"/>
                    </a:cubicBezTo>
                    <a:cubicBezTo>
                      <a:pt x="86281" y="89255"/>
                      <a:pt x="77338" y="89746"/>
                      <a:pt x="68383" y="89762"/>
                    </a:cubicBezTo>
                    <a:lnTo>
                      <a:pt x="63598" y="89762"/>
                    </a:lnTo>
                    <a:cubicBezTo>
                      <a:pt x="58376" y="89849"/>
                      <a:pt x="53165" y="89673"/>
                      <a:pt x="47965" y="89236"/>
                    </a:cubicBezTo>
                    <a:cubicBezTo>
                      <a:pt x="43063" y="88714"/>
                      <a:pt x="38203" y="87907"/>
                      <a:pt x="33396" y="86819"/>
                    </a:cubicBezTo>
                    <a:cubicBezTo>
                      <a:pt x="28866" y="85715"/>
                      <a:pt x="24473" y="84093"/>
                      <a:pt x="20315" y="81986"/>
                    </a:cubicBezTo>
                    <a:cubicBezTo>
                      <a:pt x="16264" y="79959"/>
                      <a:pt x="12658" y="77175"/>
                      <a:pt x="9681" y="73789"/>
                    </a:cubicBezTo>
                    <a:cubicBezTo>
                      <a:pt x="6597" y="70190"/>
                      <a:pt x="4162" y="66105"/>
                      <a:pt x="2449" y="61705"/>
                    </a:cubicBezTo>
                    <a:cubicBezTo>
                      <a:pt x="812" y="56213"/>
                      <a:pt x="-18" y="50514"/>
                      <a:pt x="3" y="44787"/>
                    </a:cubicBezTo>
                    <a:cubicBezTo>
                      <a:pt x="-60" y="39057"/>
                      <a:pt x="759" y="33352"/>
                      <a:pt x="2449" y="27870"/>
                    </a:cubicBezTo>
                    <a:cubicBezTo>
                      <a:pt x="3736" y="23252"/>
                      <a:pt x="6235" y="19049"/>
                      <a:pt x="9681" y="15680"/>
                    </a:cubicBezTo>
                    <a:cubicBezTo>
                      <a:pt x="12775" y="12419"/>
                      <a:pt x="16359" y="9653"/>
                      <a:pt x="20315" y="7484"/>
                    </a:cubicBezTo>
                    <a:cubicBezTo>
                      <a:pt x="24473" y="5377"/>
                      <a:pt x="28866" y="3755"/>
                      <a:pt x="33396" y="2650"/>
                    </a:cubicBezTo>
                    <a:cubicBezTo>
                      <a:pt x="38288" y="1705"/>
                      <a:pt x="43180" y="759"/>
                      <a:pt x="48497" y="234"/>
                    </a:cubicBezTo>
                    <a:cubicBezTo>
                      <a:pt x="53814" y="-292"/>
                      <a:pt x="59131" y="234"/>
                      <a:pt x="64023" y="234"/>
                    </a:cubicBezTo>
                    <a:lnTo>
                      <a:pt x="78593" y="234"/>
                    </a:lnTo>
                    <a:cubicBezTo>
                      <a:pt x="83325" y="269"/>
                      <a:pt x="88047" y="584"/>
                      <a:pt x="92737" y="1179"/>
                    </a:cubicBezTo>
                    <a:cubicBezTo>
                      <a:pt x="97097" y="1179"/>
                      <a:pt x="101989" y="2125"/>
                      <a:pt x="106880" y="3071"/>
                    </a:cubicBezTo>
                    <a:cubicBezTo>
                      <a:pt x="111772" y="4016"/>
                      <a:pt x="116558" y="5067"/>
                      <a:pt x="121450" y="6433"/>
                    </a:cubicBezTo>
                    <a:lnTo>
                      <a:pt x="121450" y="30181"/>
                    </a:lnTo>
                    <a:cubicBezTo>
                      <a:pt x="118759" y="29257"/>
                      <a:pt x="115984" y="28623"/>
                      <a:pt x="113155" y="28290"/>
                    </a:cubicBezTo>
                    <a:lnTo>
                      <a:pt x="104434" y="26819"/>
                    </a:lnTo>
                    <a:cubicBezTo>
                      <a:pt x="101531" y="26210"/>
                      <a:pt x="98575" y="25858"/>
                      <a:pt x="95608" y="25768"/>
                    </a:cubicBezTo>
                    <a:cubicBezTo>
                      <a:pt x="92885" y="25569"/>
                      <a:pt x="90142" y="25569"/>
                      <a:pt x="87419" y="25768"/>
                    </a:cubicBezTo>
                    <a:cubicBezTo>
                      <a:pt x="81070" y="23669"/>
                      <a:pt x="74435" y="22570"/>
                      <a:pt x="67745" y="22510"/>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 name="Google Shape;108;p3"/>
              <p:cNvSpPr/>
              <p:nvPr/>
            </p:nvSpPr>
            <p:spPr>
              <a:xfrm>
                <a:off x="2462749" y="804480"/>
                <a:ext cx="135802" cy="88897"/>
              </a:xfrm>
              <a:custGeom>
                <a:rect b="b" l="l" r="r" t="t"/>
                <a:pathLst>
                  <a:path extrusionOk="0" h="88897" w="135802">
                    <a:moveTo>
                      <a:pt x="83375" y="44449"/>
                    </a:moveTo>
                    <a:lnTo>
                      <a:pt x="135803" y="88898"/>
                    </a:lnTo>
                    <a:lnTo>
                      <a:pt x="94009" y="88898"/>
                    </a:lnTo>
                    <a:lnTo>
                      <a:pt x="62106" y="62312"/>
                    </a:lnTo>
                    <a:lnTo>
                      <a:pt x="30202" y="88898"/>
                    </a:lnTo>
                    <a:lnTo>
                      <a:pt x="0" y="88898"/>
                    </a:lnTo>
                    <a:lnTo>
                      <a:pt x="0" y="0"/>
                    </a:lnTo>
                    <a:lnTo>
                      <a:pt x="30202" y="0"/>
                    </a:lnTo>
                    <a:lnTo>
                      <a:pt x="30202" y="52540"/>
                    </a:lnTo>
                    <a:lnTo>
                      <a:pt x="92946" y="0"/>
                    </a:lnTo>
                    <a:lnTo>
                      <a:pt x="134739" y="0"/>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 name="Google Shape;109;p3"/>
              <p:cNvSpPr/>
              <p:nvPr/>
            </p:nvSpPr>
            <p:spPr>
              <a:xfrm>
                <a:off x="2598552" y="804480"/>
                <a:ext cx="154306" cy="88477"/>
              </a:xfrm>
              <a:custGeom>
                <a:rect b="b" l="l" r="r" t="t"/>
                <a:pathLst>
                  <a:path extrusionOk="0" h="88477" w="154306">
                    <a:moveTo>
                      <a:pt x="34562" y="88477"/>
                    </a:moveTo>
                    <a:lnTo>
                      <a:pt x="0" y="88477"/>
                    </a:lnTo>
                    <a:lnTo>
                      <a:pt x="57852" y="0"/>
                    </a:lnTo>
                    <a:lnTo>
                      <a:pt x="96349" y="0"/>
                    </a:lnTo>
                    <a:lnTo>
                      <a:pt x="154307" y="88477"/>
                    </a:lnTo>
                    <a:lnTo>
                      <a:pt x="119745" y="88477"/>
                    </a:lnTo>
                    <a:lnTo>
                      <a:pt x="111024" y="75447"/>
                    </a:lnTo>
                    <a:lnTo>
                      <a:pt x="43389" y="75447"/>
                    </a:lnTo>
                    <a:close/>
                    <a:moveTo>
                      <a:pt x="77100" y="24589"/>
                    </a:moveTo>
                    <a:lnTo>
                      <a:pt x="58596" y="51699"/>
                    </a:lnTo>
                    <a:lnTo>
                      <a:pt x="94541" y="5169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 name="Google Shape;110;p3"/>
              <p:cNvSpPr/>
              <p:nvPr/>
            </p:nvSpPr>
            <p:spPr>
              <a:xfrm>
                <a:off x="2731590" y="804480"/>
                <a:ext cx="119851" cy="88477"/>
              </a:xfrm>
              <a:custGeom>
                <a:rect b="b" l="l" r="r" t="t"/>
                <a:pathLst>
                  <a:path extrusionOk="0" h="88477" w="119851">
                    <a:moveTo>
                      <a:pt x="75080" y="0"/>
                    </a:moveTo>
                    <a:lnTo>
                      <a:pt x="119851" y="0"/>
                    </a:lnTo>
                    <a:lnTo>
                      <a:pt x="119851" y="23643"/>
                    </a:lnTo>
                    <a:lnTo>
                      <a:pt x="75080" y="23643"/>
                    </a:lnTo>
                    <a:lnTo>
                      <a:pt x="75080" y="88477"/>
                    </a:lnTo>
                    <a:lnTo>
                      <a:pt x="44984" y="88477"/>
                    </a:lnTo>
                    <a:lnTo>
                      <a:pt x="44984" y="23643"/>
                    </a:lnTo>
                    <a:lnTo>
                      <a:pt x="0" y="23643"/>
                    </a:lnTo>
                    <a:lnTo>
                      <a:pt x="0" y="0"/>
                    </a:lnTo>
                    <a:lnTo>
                      <a:pt x="74442" y="0"/>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 name="Google Shape;111;p3"/>
              <p:cNvSpPr/>
              <p:nvPr/>
            </p:nvSpPr>
            <p:spPr>
              <a:xfrm>
                <a:off x="2853977" y="803429"/>
                <a:ext cx="138184" cy="91013"/>
              </a:xfrm>
              <a:custGeom>
                <a:rect b="b" l="l" r="r" t="t"/>
                <a:pathLst>
                  <a:path extrusionOk="0" h="91013" w="138184">
                    <a:moveTo>
                      <a:pt x="69034" y="0"/>
                    </a:moveTo>
                    <a:lnTo>
                      <a:pt x="85624" y="0"/>
                    </a:lnTo>
                    <a:cubicBezTo>
                      <a:pt x="90942" y="525"/>
                      <a:pt x="96259" y="1051"/>
                      <a:pt x="101683" y="1997"/>
                    </a:cubicBezTo>
                    <a:cubicBezTo>
                      <a:pt x="106511" y="2923"/>
                      <a:pt x="111211" y="4367"/>
                      <a:pt x="115720" y="6305"/>
                    </a:cubicBezTo>
                    <a:cubicBezTo>
                      <a:pt x="120091" y="8312"/>
                      <a:pt x="124057" y="11089"/>
                      <a:pt x="127418" y="14501"/>
                    </a:cubicBezTo>
                    <a:cubicBezTo>
                      <a:pt x="130832" y="18152"/>
                      <a:pt x="133469" y="22439"/>
                      <a:pt x="135181" y="27111"/>
                    </a:cubicBezTo>
                    <a:cubicBezTo>
                      <a:pt x="137351" y="32997"/>
                      <a:pt x="138361" y="39239"/>
                      <a:pt x="138159" y="45500"/>
                    </a:cubicBezTo>
                    <a:cubicBezTo>
                      <a:pt x="138318" y="51587"/>
                      <a:pt x="137308" y="57648"/>
                      <a:pt x="135181" y="63363"/>
                    </a:cubicBezTo>
                    <a:cubicBezTo>
                      <a:pt x="133501" y="68048"/>
                      <a:pt x="130853" y="72340"/>
                      <a:pt x="127418" y="75973"/>
                    </a:cubicBezTo>
                    <a:cubicBezTo>
                      <a:pt x="124079" y="79416"/>
                      <a:pt x="120112" y="82199"/>
                      <a:pt x="115720" y="84169"/>
                    </a:cubicBezTo>
                    <a:cubicBezTo>
                      <a:pt x="111158" y="86094"/>
                      <a:pt x="106468" y="87709"/>
                      <a:pt x="101683" y="89003"/>
                    </a:cubicBezTo>
                    <a:cubicBezTo>
                      <a:pt x="96461" y="90449"/>
                      <a:pt x="91048" y="91121"/>
                      <a:pt x="85624" y="90999"/>
                    </a:cubicBezTo>
                    <a:cubicBezTo>
                      <a:pt x="80307" y="90999"/>
                      <a:pt x="74458" y="90999"/>
                      <a:pt x="69034" y="90999"/>
                    </a:cubicBezTo>
                    <a:cubicBezTo>
                      <a:pt x="63611" y="90999"/>
                      <a:pt x="58400" y="90999"/>
                      <a:pt x="52551" y="90999"/>
                    </a:cubicBezTo>
                    <a:cubicBezTo>
                      <a:pt x="46702" y="90999"/>
                      <a:pt x="41916" y="89948"/>
                      <a:pt x="36493" y="89003"/>
                    </a:cubicBezTo>
                    <a:cubicBezTo>
                      <a:pt x="31569" y="88207"/>
                      <a:pt x="26815" y="86572"/>
                      <a:pt x="22455" y="84169"/>
                    </a:cubicBezTo>
                    <a:cubicBezTo>
                      <a:pt x="18063" y="82199"/>
                      <a:pt x="14096" y="79416"/>
                      <a:pt x="10757" y="75973"/>
                    </a:cubicBezTo>
                    <a:cubicBezTo>
                      <a:pt x="7322" y="72340"/>
                      <a:pt x="4674" y="68048"/>
                      <a:pt x="2994" y="63363"/>
                    </a:cubicBezTo>
                    <a:cubicBezTo>
                      <a:pt x="867" y="57648"/>
                      <a:pt x="-143" y="51587"/>
                      <a:pt x="16" y="45500"/>
                    </a:cubicBezTo>
                    <a:cubicBezTo>
                      <a:pt x="-132" y="39241"/>
                      <a:pt x="867" y="33009"/>
                      <a:pt x="2994" y="27111"/>
                    </a:cubicBezTo>
                    <a:cubicBezTo>
                      <a:pt x="4579" y="22379"/>
                      <a:pt x="7237" y="18066"/>
                      <a:pt x="10757" y="14501"/>
                    </a:cubicBezTo>
                    <a:cubicBezTo>
                      <a:pt x="14118" y="11089"/>
                      <a:pt x="18084" y="8312"/>
                      <a:pt x="22455" y="6305"/>
                    </a:cubicBezTo>
                    <a:cubicBezTo>
                      <a:pt x="26964" y="4367"/>
                      <a:pt x="31665" y="2923"/>
                      <a:pt x="36493" y="1997"/>
                    </a:cubicBezTo>
                    <a:cubicBezTo>
                      <a:pt x="41810" y="1066"/>
                      <a:pt x="47170" y="399"/>
                      <a:pt x="52551" y="0"/>
                    </a:cubicBezTo>
                    <a:close/>
                    <a:moveTo>
                      <a:pt x="69034" y="67251"/>
                    </a:moveTo>
                    <a:cubicBezTo>
                      <a:pt x="73501" y="67251"/>
                      <a:pt x="78286" y="66726"/>
                      <a:pt x="82753" y="66305"/>
                    </a:cubicBezTo>
                    <a:cubicBezTo>
                      <a:pt x="86911" y="65886"/>
                      <a:pt x="90995" y="64896"/>
                      <a:pt x="94876" y="63363"/>
                    </a:cubicBezTo>
                    <a:cubicBezTo>
                      <a:pt x="98279" y="62038"/>
                      <a:pt x="101289" y="59867"/>
                      <a:pt x="103597" y="57058"/>
                    </a:cubicBezTo>
                    <a:cubicBezTo>
                      <a:pt x="105830" y="53998"/>
                      <a:pt x="107021" y="50321"/>
                      <a:pt x="107000" y="46550"/>
                    </a:cubicBezTo>
                    <a:cubicBezTo>
                      <a:pt x="107127" y="43879"/>
                      <a:pt x="106617" y="41217"/>
                      <a:pt x="105511" y="38774"/>
                    </a:cubicBezTo>
                    <a:cubicBezTo>
                      <a:pt x="104522" y="36547"/>
                      <a:pt x="103033" y="34570"/>
                      <a:pt x="101151" y="32995"/>
                    </a:cubicBezTo>
                    <a:cubicBezTo>
                      <a:pt x="99268" y="31400"/>
                      <a:pt x="97152" y="30090"/>
                      <a:pt x="94876" y="29107"/>
                    </a:cubicBezTo>
                    <a:cubicBezTo>
                      <a:pt x="92367" y="28079"/>
                      <a:pt x="89772" y="27270"/>
                      <a:pt x="87113" y="26690"/>
                    </a:cubicBezTo>
                    <a:lnTo>
                      <a:pt x="78286" y="25219"/>
                    </a:lnTo>
                    <a:cubicBezTo>
                      <a:pt x="75415" y="25219"/>
                      <a:pt x="72012" y="25219"/>
                      <a:pt x="69034" y="25219"/>
                    </a:cubicBezTo>
                    <a:cubicBezTo>
                      <a:pt x="65993" y="24972"/>
                      <a:pt x="62930" y="24972"/>
                      <a:pt x="59889" y="25219"/>
                    </a:cubicBezTo>
                    <a:cubicBezTo>
                      <a:pt x="56911" y="25505"/>
                      <a:pt x="53965" y="25997"/>
                      <a:pt x="51062" y="26690"/>
                    </a:cubicBezTo>
                    <a:cubicBezTo>
                      <a:pt x="48393" y="27194"/>
                      <a:pt x="45787" y="28005"/>
                      <a:pt x="43299" y="29107"/>
                    </a:cubicBezTo>
                    <a:cubicBezTo>
                      <a:pt x="40959" y="29961"/>
                      <a:pt x="38822" y="31285"/>
                      <a:pt x="37025" y="32995"/>
                    </a:cubicBezTo>
                    <a:cubicBezTo>
                      <a:pt x="35036" y="34461"/>
                      <a:pt x="33515" y="36470"/>
                      <a:pt x="32664" y="38774"/>
                    </a:cubicBezTo>
                    <a:cubicBezTo>
                      <a:pt x="31612" y="41232"/>
                      <a:pt x="31101" y="43883"/>
                      <a:pt x="31176" y="46550"/>
                    </a:cubicBezTo>
                    <a:cubicBezTo>
                      <a:pt x="31346" y="51688"/>
                      <a:pt x="33600" y="56539"/>
                      <a:pt x="37450" y="60001"/>
                    </a:cubicBezTo>
                    <a:cubicBezTo>
                      <a:pt x="39385" y="61575"/>
                      <a:pt x="41534" y="62883"/>
                      <a:pt x="43831" y="63889"/>
                    </a:cubicBezTo>
                    <a:cubicBezTo>
                      <a:pt x="46309" y="65006"/>
                      <a:pt x="48914" y="65818"/>
                      <a:pt x="51594" y="66305"/>
                    </a:cubicBezTo>
                    <a:cubicBezTo>
                      <a:pt x="54465" y="66880"/>
                      <a:pt x="57390" y="67196"/>
                      <a:pt x="60314" y="67251"/>
                    </a:cubicBezTo>
                    <a:cubicBezTo>
                      <a:pt x="63611" y="66726"/>
                      <a:pt x="65951" y="67251"/>
                      <a:pt x="69034" y="67251"/>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 name="Google Shape;112;p3"/>
              <p:cNvSpPr/>
              <p:nvPr/>
            </p:nvSpPr>
            <p:spPr>
              <a:xfrm>
                <a:off x="3008088" y="804480"/>
                <a:ext cx="163027" cy="88477"/>
              </a:xfrm>
              <a:custGeom>
                <a:rect b="b" l="l" r="r" t="t"/>
                <a:pathLst>
                  <a:path extrusionOk="0" h="88477" w="163027">
                    <a:moveTo>
                      <a:pt x="120489" y="0"/>
                    </a:moveTo>
                    <a:lnTo>
                      <a:pt x="163027" y="0"/>
                    </a:lnTo>
                    <a:lnTo>
                      <a:pt x="163027" y="88477"/>
                    </a:lnTo>
                    <a:lnTo>
                      <a:pt x="132825" y="88477"/>
                    </a:lnTo>
                    <a:lnTo>
                      <a:pt x="132825" y="35937"/>
                    </a:lnTo>
                    <a:lnTo>
                      <a:pt x="97838" y="88477"/>
                    </a:lnTo>
                    <a:lnTo>
                      <a:pt x="65296" y="88477"/>
                    </a:lnTo>
                    <a:lnTo>
                      <a:pt x="30202" y="35937"/>
                    </a:lnTo>
                    <a:lnTo>
                      <a:pt x="30202" y="88477"/>
                    </a:lnTo>
                    <a:lnTo>
                      <a:pt x="0" y="88477"/>
                    </a:lnTo>
                    <a:lnTo>
                      <a:pt x="0" y="0"/>
                    </a:lnTo>
                    <a:lnTo>
                      <a:pt x="42538" y="0"/>
                    </a:lnTo>
                    <a:lnTo>
                      <a:pt x="82418" y="63048"/>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sp>
        <p:nvSpPr>
          <p:cNvPr id="113" name="Google Shape;113;p3"/>
          <p:cNvSpPr txBox="1"/>
          <p:nvPr/>
        </p:nvSpPr>
        <p:spPr>
          <a:xfrm>
            <a:off x="1212850" y="4892675"/>
            <a:ext cx="8672830" cy="5404365"/>
          </a:xfrm>
          <a:prstGeom prst="rect">
            <a:avLst/>
          </a:prstGeom>
          <a:noFill/>
          <a:ln>
            <a:noFill/>
          </a:ln>
        </p:spPr>
        <p:txBody>
          <a:bodyPr anchorCtr="0" anchor="t" bIns="0" lIns="0" spcFirstLastPara="1" rIns="0" wrap="square" tIns="15225">
            <a:spAutoFit/>
          </a:bodyPr>
          <a:lstStyle/>
          <a:p>
            <a:pPr indent="0" lvl="0" marL="12700" marR="5080"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Each mobile agent carries:</a:t>
            </a:r>
          </a:p>
          <a:p>
            <a:pPr indent="0" lvl="0" marL="12700" marR="5080"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
            </a:r>
          </a:p>
          <a:p>
            <a:pPr indent="0" lvl="0" marL="12700" marR="5080"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  •  A 2"×2" NaI(Tl) gamma spectrometer (~7% FWHM at 662 keV)</a:t>
            </a:r>
          </a:p>
          <a:p>
            <a:pPr indent="0" lvl="0" marL="12700" marR="5080"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  •  A lightweight camera + ML head for container packaging</a:t>
            </a:r>
          </a:p>
          <a:p>
            <a:pPr indent="0" lvl="0" marL="12700" marR="5080"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  •  An integrating dose meter for self-protection</a:t>
            </a:r>
          </a:p>
          <a:p>
            <a:pPr indent="0" lvl="0" marL="12700" marR="5080"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  •  A local copy of the coordinator's learned threshold</a:t>
            </a:r>
          </a:p>
          <a:p>
            <a:pPr indent="0" lvl="0" marL="12700" marR="5080"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
            </a:r>
          </a:p>
          <a:p>
            <a:pPr indent="0" lvl="0" marL="12700" marR="5080"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Low-confidence calls and disagreements between sensors get flagged. Flagged drums travel to the fixed HPGe lab for authoritative re-classification — and those new labels feed the next coordinator retrain.</a:t>
            </a:r>
          </a:p>
        </p:txBody>
      </p:sp>
      <p:sp>
        <p:nvSpPr>
          <p:cNvPr id="114" name="Google Shape;114;p3"/>
          <p:cNvSpPr txBox="1"/>
          <p:nvPr/>
        </p:nvSpPr>
        <p:spPr>
          <a:xfrm>
            <a:off x="1208619" y="3789254"/>
            <a:ext cx="2224405" cy="40259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2450">
                <a:solidFill>
                  <a:schemeClr val="lt1"/>
                </a:solidFill>
                <a:latin typeface="Ubuntu Mono"/>
                <a:ea typeface="Ubuntu Mono"/>
                <a:cs typeface="Ubuntu Mono"/>
                <a:sym typeface="Ubuntu Mono"/>
              </a:rPr>
              <a:t>The field agents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0" name="Google Shape;90;p3"/>
          <p:cNvSpPr/>
          <p:nvPr/>
        </p:nvSpPr>
        <p:spPr>
          <a:xfrm>
            <a:off x="0" y="0"/>
            <a:ext cx="20104100" cy="11309350"/>
          </a:xfrm>
          <a:prstGeom prst="rect">
            <a:avLst/>
          </a:prstGeom>
          <a:solidFill>
            <a:srgbClr val="172440"/>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91" name="Google Shape;91;p3"/>
          <p:cNvSpPr/>
          <p:nvPr/>
        </p:nvSpPr>
        <p:spPr>
          <a:xfrm>
            <a:off x="8832850" y="0"/>
            <a:ext cx="11271250" cy="11309350"/>
          </a:xfrm>
          <a:custGeom>
            <a:rect b="b" l="l" r="r" t="t"/>
            <a:pathLst>
              <a:path extrusionOk="0" h="11309350" w="11271250">
                <a:moveTo>
                  <a:pt x="1316532" y="9111864"/>
                </a:moveTo>
                <a:lnTo>
                  <a:pt x="1461093" y="9183284"/>
                </a:lnTo>
                <a:cubicBezTo>
                  <a:pt x="1162818" y="9761239"/>
                  <a:pt x="916739" y="10363244"/>
                  <a:pt x="725305" y="10982267"/>
                </a:cubicBezTo>
                <a:lnTo>
                  <a:pt x="630453" y="11309350"/>
                </a:lnTo>
                <a:lnTo>
                  <a:pt x="435689" y="11309350"/>
                </a:lnTo>
                <a:lnTo>
                  <a:pt x="438303" y="11299867"/>
                </a:lnTo>
                <a:cubicBezTo>
                  <a:pt x="462922" y="11215258"/>
                  <a:pt x="487976" y="11132863"/>
                  <a:pt x="512537" y="11053362"/>
                </a:cubicBezTo>
                <a:cubicBezTo>
                  <a:pt x="733403" y="10388109"/>
                  <a:pt x="1002095" y="9739293"/>
                  <a:pt x="1316532" y="9111864"/>
                </a:cubicBezTo>
                <a:close/>
                <a:moveTo>
                  <a:pt x="7739616" y="7902346"/>
                </a:moveTo>
                <a:cubicBezTo>
                  <a:pt x="7374528" y="8083775"/>
                  <a:pt x="6971638" y="8178535"/>
                  <a:pt x="6562951" y="8179066"/>
                </a:cubicBezTo>
                <a:lnTo>
                  <a:pt x="6511026" y="8179066"/>
                </a:lnTo>
                <a:cubicBezTo>
                  <a:pt x="6748160" y="8304046"/>
                  <a:pt x="6985294" y="8426775"/>
                  <a:pt x="7224700" y="8538355"/>
                </a:cubicBezTo>
                <a:cubicBezTo>
                  <a:pt x="7398590" y="8324115"/>
                  <a:pt x="7574752" y="8125505"/>
                  <a:pt x="7739616" y="7902346"/>
                </a:cubicBezTo>
                <a:close/>
                <a:moveTo>
                  <a:pt x="1700478" y="3075402"/>
                </a:moveTo>
                <a:cubicBezTo>
                  <a:pt x="1452046" y="3805131"/>
                  <a:pt x="2486421" y="5324860"/>
                  <a:pt x="4241266" y="6936078"/>
                </a:cubicBezTo>
                <a:cubicBezTo>
                  <a:pt x="4261590" y="6947227"/>
                  <a:pt x="4272867" y="6967318"/>
                  <a:pt x="4293212" y="6967318"/>
                </a:cubicBezTo>
                <a:cubicBezTo>
                  <a:pt x="4134061" y="6722475"/>
                  <a:pt x="4021547" y="6450958"/>
                  <a:pt x="3961212" y="6166168"/>
                </a:cubicBezTo>
                <a:cubicBezTo>
                  <a:pt x="3772159" y="5358754"/>
                  <a:pt x="3978818" y="4510501"/>
                  <a:pt x="4519048" y="3876552"/>
                </a:cubicBezTo>
                <a:cubicBezTo>
                  <a:pt x="4548418" y="3845312"/>
                  <a:pt x="4570994" y="3805131"/>
                  <a:pt x="4600344" y="3773891"/>
                </a:cubicBezTo>
                <a:cubicBezTo>
                  <a:pt x="3660155" y="3444695"/>
                  <a:pt x="2688535" y="3210662"/>
                  <a:pt x="1700478" y="3075402"/>
                </a:cubicBezTo>
                <a:close/>
                <a:moveTo>
                  <a:pt x="7911851" y="0"/>
                </a:moveTo>
                <a:lnTo>
                  <a:pt x="8245412" y="0"/>
                </a:lnTo>
                <a:lnTo>
                  <a:pt x="8038762" y="200179"/>
                </a:lnTo>
                <a:cubicBezTo>
                  <a:pt x="7625430" y="607409"/>
                  <a:pt x="7273253" y="980503"/>
                  <a:pt x="7028214" y="1247735"/>
                </a:cubicBezTo>
                <a:cubicBezTo>
                  <a:pt x="6461332" y="1883745"/>
                  <a:pt x="5903496" y="2539823"/>
                  <a:pt x="5377261" y="3209302"/>
                </a:cubicBezTo>
                <a:cubicBezTo>
                  <a:pt x="5715378" y="3047837"/>
                  <a:pt x="6085796" y="2963185"/>
                  <a:pt x="6461332" y="2961593"/>
                </a:cubicBezTo>
                <a:cubicBezTo>
                  <a:pt x="7237867" y="2949041"/>
                  <a:pt x="7978150" y="3285629"/>
                  <a:pt x="8473634" y="3876552"/>
                </a:cubicBezTo>
                <a:lnTo>
                  <a:pt x="8401364" y="3939031"/>
                </a:lnTo>
                <a:cubicBezTo>
                  <a:pt x="8329966" y="3861707"/>
                  <a:pt x="8253510" y="3789118"/>
                  <a:pt x="8172514" y="3721733"/>
                </a:cubicBezTo>
                <a:cubicBezTo>
                  <a:pt x="7151538" y="2872375"/>
                  <a:pt x="5627052" y="3001625"/>
                  <a:pt x="4767480" y="4010452"/>
                </a:cubicBezTo>
                <a:lnTo>
                  <a:pt x="4674886" y="4133181"/>
                </a:lnTo>
                <a:cubicBezTo>
                  <a:pt x="4597880" y="4237711"/>
                  <a:pt x="4529582" y="4348271"/>
                  <a:pt x="4470648" y="4463716"/>
                </a:cubicBezTo>
                <a:cubicBezTo>
                  <a:pt x="3868534" y="5643374"/>
                  <a:pt x="4348259" y="7081998"/>
                  <a:pt x="5542125" y="7676956"/>
                </a:cubicBezTo>
                <a:cubicBezTo>
                  <a:pt x="5717884" y="7767320"/>
                  <a:pt x="5905704" y="7832688"/>
                  <a:pt x="6099982" y="7871106"/>
                </a:cubicBezTo>
                <a:cubicBezTo>
                  <a:pt x="6467236" y="7800662"/>
                  <a:pt x="6802442" y="7617067"/>
                  <a:pt x="7057564" y="7346676"/>
                </a:cubicBezTo>
                <a:cubicBezTo>
                  <a:pt x="7068862" y="7326607"/>
                  <a:pt x="7089186" y="7315437"/>
                  <a:pt x="7100484" y="7295346"/>
                </a:cubicBezTo>
                <a:lnTo>
                  <a:pt x="7120808" y="7275277"/>
                </a:lnTo>
                <a:cubicBezTo>
                  <a:pt x="7120808" y="7252957"/>
                  <a:pt x="7120808" y="7252957"/>
                  <a:pt x="7120808" y="7252957"/>
                </a:cubicBezTo>
                <a:cubicBezTo>
                  <a:pt x="7225889" y="7119418"/>
                  <a:pt x="7315998" y="6975005"/>
                  <a:pt x="7389564" y="6822247"/>
                </a:cubicBezTo>
                <a:cubicBezTo>
                  <a:pt x="7534358" y="6489143"/>
                  <a:pt x="7577512" y="6121485"/>
                  <a:pt x="7513780" y="5764489"/>
                </a:cubicBezTo>
                <a:lnTo>
                  <a:pt x="7513780" y="5744399"/>
                </a:lnTo>
                <a:cubicBezTo>
                  <a:pt x="7509766" y="5734354"/>
                  <a:pt x="7509766" y="5723205"/>
                  <a:pt x="7513780" y="5713159"/>
                </a:cubicBezTo>
                <a:cubicBezTo>
                  <a:pt x="7449092" y="5448311"/>
                  <a:pt x="7329080" y="5199752"/>
                  <a:pt x="7161456" y="4983431"/>
                </a:cubicBezTo>
                <a:cubicBezTo>
                  <a:pt x="7144678" y="4973640"/>
                  <a:pt x="7130704" y="4959815"/>
                  <a:pt x="7120808" y="4943250"/>
                </a:cubicBezTo>
                <a:cubicBezTo>
                  <a:pt x="6937128" y="4765580"/>
                  <a:pt x="6732360" y="4610465"/>
                  <a:pt x="6511026" y="4481321"/>
                </a:cubicBezTo>
                <a:cubicBezTo>
                  <a:pt x="6429710" y="4429991"/>
                  <a:pt x="6316792" y="4374202"/>
                  <a:pt x="6181278" y="4296092"/>
                </a:cubicBezTo>
                <a:cubicBezTo>
                  <a:pt x="6045764" y="4217981"/>
                  <a:pt x="5921548" y="4146582"/>
                  <a:pt x="5799604" y="4072931"/>
                </a:cubicBezTo>
                <a:cubicBezTo>
                  <a:pt x="5808630" y="4021601"/>
                  <a:pt x="5828954" y="3961351"/>
                  <a:pt x="5840252" y="3910021"/>
                </a:cubicBezTo>
                <a:cubicBezTo>
                  <a:pt x="6057062" y="3990361"/>
                  <a:pt x="6242250" y="4061782"/>
                  <a:pt x="6418412" y="4133181"/>
                </a:cubicBezTo>
                <a:cubicBezTo>
                  <a:pt x="6479404" y="4164421"/>
                  <a:pt x="6551674" y="4184511"/>
                  <a:pt x="6614897" y="4215752"/>
                </a:cubicBezTo>
                <a:cubicBezTo>
                  <a:pt x="7037240" y="4389810"/>
                  <a:pt x="7459582" y="4566121"/>
                  <a:pt x="7884155" y="4760271"/>
                </a:cubicBezTo>
                <a:cubicBezTo>
                  <a:pt x="8308750" y="4954421"/>
                  <a:pt x="8719794" y="5139630"/>
                  <a:pt x="9133090" y="5344951"/>
                </a:cubicBezTo>
                <a:cubicBezTo>
                  <a:pt x="9849592" y="5693496"/>
                  <a:pt x="10563948" y="6067696"/>
                  <a:pt x="11248248" y="6453238"/>
                </a:cubicBezTo>
                <a:lnTo>
                  <a:pt x="11271250" y="6466522"/>
                </a:lnTo>
                <a:lnTo>
                  <a:pt x="11271250" y="8025849"/>
                </a:lnTo>
                <a:lnTo>
                  <a:pt x="11127932" y="7868896"/>
                </a:lnTo>
                <a:cubicBezTo>
                  <a:pt x="10626200" y="7335692"/>
                  <a:pt x="10025192" y="6775398"/>
                  <a:pt x="9347648" y="6217498"/>
                </a:cubicBezTo>
                <a:lnTo>
                  <a:pt x="8986298" y="6721838"/>
                </a:lnTo>
                <a:cubicBezTo>
                  <a:pt x="8934352" y="6804408"/>
                  <a:pt x="8873380" y="6884748"/>
                  <a:pt x="8810136" y="6967318"/>
                </a:cubicBezTo>
                <a:cubicBezTo>
                  <a:pt x="8741370" y="7068088"/>
                  <a:pt x="8665936" y="7164271"/>
                  <a:pt x="8584278" y="7255187"/>
                </a:cubicBezTo>
                <a:cubicBezTo>
                  <a:pt x="8236478" y="7708196"/>
                  <a:pt x="7863831" y="8179066"/>
                  <a:pt x="7455059" y="8652165"/>
                </a:cubicBezTo>
                <a:cubicBezTo>
                  <a:pt x="8519584" y="9169966"/>
                  <a:pt x="9611634" y="9629290"/>
                  <a:pt x="10726204" y="10028229"/>
                </a:cubicBezTo>
                <a:lnTo>
                  <a:pt x="11271250" y="10216650"/>
                </a:lnTo>
                <a:lnTo>
                  <a:pt x="11271250" y="10526954"/>
                </a:lnTo>
                <a:lnTo>
                  <a:pt x="10880290" y="10396022"/>
                </a:lnTo>
                <a:cubicBezTo>
                  <a:pt x="9652100" y="9967694"/>
                  <a:pt x="8451510" y="9463606"/>
                  <a:pt x="7285672" y="8886474"/>
                </a:cubicBezTo>
                <a:cubicBezTo>
                  <a:pt x="6630575" y="9658753"/>
                  <a:pt x="5912365" y="10441279"/>
                  <a:pt x="5170759" y="11152951"/>
                </a:cubicBezTo>
                <a:lnTo>
                  <a:pt x="5004614" y="11309350"/>
                </a:lnTo>
                <a:lnTo>
                  <a:pt x="4633660" y="11309350"/>
                </a:lnTo>
                <a:lnTo>
                  <a:pt x="4648523" y="11295625"/>
                </a:lnTo>
                <a:cubicBezTo>
                  <a:pt x="4901156" y="11056704"/>
                  <a:pt x="5148602" y="10812342"/>
                  <a:pt x="5393083" y="10566862"/>
                </a:cubicBezTo>
                <a:cubicBezTo>
                  <a:pt x="5962216" y="9991123"/>
                  <a:pt x="6508754" y="9384124"/>
                  <a:pt x="7034988" y="8759285"/>
                </a:cubicBezTo>
                <a:cubicBezTo>
                  <a:pt x="6632970" y="8562905"/>
                  <a:pt x="6230972" y="8357585"/>
                  <a:pt x="5838000" y="8152286"/>
                </a:cubicBezTo>
                <a:cubicBezTo>
                  <a:pt x="5725062" y="8089806"/>
                  <a:pt x="5630216" y="8038476"/>
                  <a:pt x="5528576" y="7987146"/>
                </a:cubicBezTo>
                <a:cubicBezTo>
                  <a:pt x="5338228" y="7909460"/>
                  <a:pt x="5157797" y="7809858"/>
                  <a:pt x="4991064" y="7690357"/>
                </a:cubicBezTo>
                <a:cubicBezTo>
                  <a:pt x="4609390" y="7485036"/>
                  <a:pt x="4248041" y="7277507"/>
                  <a:pt x="3895717" y="7054347"/>
                </a:cubicBezTo>
                <a:cubicBezTo>
                  <a:pt x="2823348" y="6426790"/>
                  <a:pt x="1820383" y="5690075"/>
                  <a:pt x="903236" y="4856220"/>
                </a:cubicBezTo>
                <a:cubicBezTo>
                  <a:pt x="148915" y="4126491"/>
                  <a:pt x="-131139" y="3570822"/>
                  <a:pt x="56321" y="3182522"/>
                </a:cubicBezTo>
                <a:cubicBezTo>
                  <a:pt x="519311" y="2247494"/>
                  <a:pt x="3419177" y="3084343"/>
                  <a:pt x="4774254" y="3530663"/>
                </a:cubicBezTo>
                <a:cubicBezTo>
                  <a:pt x="5680615" y="2350229"/>
                  <a:pt x="6666242" y="1231614"/>
                  <a:pt x="7724376" y="182360"/>
                </a:cubicBezTo>
                <a:close/>
              </a:path>
            </a:pathLst>
          </a:custGeom>
          <a:solidFill>
            <a:schemeClr val="lt1">
              <a:alpha val="3137"/>
            </a:schemeClr>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92" name="Google Shape;92;p3"/>
          <p:cNvSpPr txBox="1"/>
          <p:nvPr/>
        </p:nvSpPr>
        <p:spPr>
          <a:xfrm>
            <a:off x="18823390" y="614699"/>
            <a:ext cx="276860" cy="32702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 sz="1950">
                <a:solidFill>
                  <a:srgbClr val="FFFFFF"/>
                </a:solidFill>
                <a:latin typeface="Ubuntu Mono"/>
                <a:ea typeface="Ubuntu Mono"/>
                <a:cs typeface="Ubuntu Mono"/>
                <a:sym typeface="Ubuntu Mono"/>
              </a:rPr>
              <a:t>08</a:t>
            </a:r>
          </a:p>
        </p:txBody>
      </p:sp>
      <p:sp>
        <p:nvSpPr>
          <p:cNvPr id="93" name="Google Shape;93;p3"/>
          <p:cNvSpPr txBox="1"/>
          <p:nvPr>
            <p:ph type="title"/>
          </p:nvPr>
        </p:nvSpPr>
        <p:spPr>
          <a:xfrm>
            <a:off x="1208625" y="2504154"/>
            <a:ext cx="17830800" cy="1057277"/>
          </a:xfrm>
          <a:prstGeom prst="rect">
            <a:avLst/>
          </a:prstGeom>
          <a:noFill/>
          <a:ln>
            <a:noFill/>
          </a:ln>
        </p:spPr>
        <p:txBody>
          <a:bodyPr anchorCtr="0" anchor="t" bIns="0" lIns="0" spcFirstLastPara="1" rIns="0" wrap="square" tIns="12050">
            <a:spAutoFit/>
          </a:bodyPr>
          <a:lstStyle/>
          <a:p>
            <a:pPr indent="0" lvl="0" marL="12700" marR="5080" rtl="0" algn="l">
              <a:lnSpc>
                <a:spcPct val="150000"/>
              </a:lnSpc>
              <a:spcBef>
                <a:spcPts val="0"/>
              </a:spcBef>
              <a:spcAft>
                <a:spcPts val="0"/>
              </a:spcAft>
              <a:buNone/>
            </a:pPr>
            <a:r>
              <a:rPr b="0" lang="en" sz="2400">
                <a:solidFill>
                  <a:srgbClr val="FFFFFF"/>
                </a:solidFill>
                <a:latin typeface="Arial"/>
                <a:ea typeface="Arial"/>
                <a:cs typeface="Arial"/>
                <a:sym typeface="Arial"/>
              </a:rPr>
              <a:t>What runs today. What a pilot adds.</a:t>
            </a:r>
          </a:p>
        </p:txBody>
      </p:sp>
      <p:sp>
        <p:nvSpPr>
          <p:cNvPr id="94" name="Google Shape;94;p3"/>
          <p:cNvSpPr txBox="1"/>
          <p:nvPr/>
        </p:nvSpPr>
        <p:spPr>
          <a:xfrm>
            <a:off x="10280846" y="4796033"/>
            <a:ext cx="8703945" cy="5039360"/>
          </a:xfrm>
          <a:prstGeom prst="rect">
            <a:avLst/>
          </a:prstGeom>
          <a:noFill/>
          <a:ln>
            <a:noFill/>
          </a:ln>
        </p:spPr>
        <p:txBody>
          <a:bodyPr anchorCtr="0" anchor="t" bIns="0" lIns="0" spcFirstLastPara="1" rIns="0" wrap="square" tIns="12700">
            <a:spAutoFit/>
          </a:bodyPr>
          <a:lstStyle/>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PRODUCTION ROADMAP (what a pilot adds)</a:t>
            </a:r>
          </a:p>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
            </a:r>
          </a:p>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  •  ROS 2 / DDS for actual robot comms (vs in-process Python)</a:t>
            </a:r>
          </a:p>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  •  OPC UA bridge to plant I&amp;C systems</a:t>
            </a:r>
          </a:p>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  •  Data diode between safety-class and conventional sides (IEC 60709 / IEC 62859)</a:t>
            </a:r>
          </a:p>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  •  Redundant hot-standby coordinator</a:t>
            </a:r>
          </a:p>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  •  Safety-class qualification for any decision used in regulatory documentation (IEC 61513, IEEE 7-4.3.2, RG 1.152)</a:t>
            </a:r>
          </a:p>
          <a:p>
            <a:pPr indent="0" lvl="0" marL="12700" marR="15240" rtl="0" algn="l">
              <a:lnSpc>
                <a:spcPct val="126666"/>
              </a:lnSpc>
              <a:spcBef>
                <a:spcPts val="0"/>
              </a:spcBef>
              <a:spcAft>
                <a:spcPts val="0"/>
              </a:spcAft>
              <a:buNone/>
            </a:pPr>
            <a:r>
              <a:rPr lang="en" sz="1950">
                <a:solidFill>
                  <a:srgbClr val="FFFFFF"/>
                </a:solidFill>
                <a:latin typeface="Ubuntu Sans"/>
                <a:ea typeface="Ubuntu Sans"/>
                <a:cs typeface="Ubuntu Sans"/>
                <a:sym typeface="Ubuntu Sans"/>
              </a:rPr>
              <a:t>  •  Full HPGe cryostat handling and ANSI N42.14 QA</a:t>
            </a:r>
          </a:p>
        </p:txBody>
      </p:sp>
      <p:sp>
        <p:nvSpPr>
          <p:cNvPr id="95" name="Google Shape;95;p3"/>
          <p:cNvSpPr/>
          <p:nvPr/>
        </p:nvSpPr>
        <p:spPr>
          <a:xfrm>
            <a:off x="0" y="1568534"/>
            <a:ext cx="20104100" cy="0"/>
          </a:xfrm>
          <a:custGeom>
            <a:rect b="b" l="l" r="r" t="t"/>
            <a:pathLst>
              <a:path extrusionOk="0" h="120000" w="20104100">
                <a:moveTo>
                  <a:pt x="0" y="0"/>
                </a:moveTo>
                <a:lnTo>
                  <a:pt x="20104099" y="0"/>
                </a:lnTo>
              </a:path>
            </a:pathLst>
          </a:custGeom>
          <a:noFill/>
          <a:ln cap="flat" cmpd="sng" w="104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96" name="Google Shape;96;p3"/>
          <p:cNvGrpSpPr/>
          <p:nvPr/>
        </p:nvGrpSpPr>
        <p:grpSpPr>
          <a:xfrm>
            <a:off x="1212850" y="396875"/>
            <a:ext cx="1949727" cy="770707"/>
            <a:chOff x="679450" y="-898525"/>
            <a:chExt cx="1949727" cy="770707"/>
          </a:xfrm>
        </p:grpSpPr>
        <p:sp>
          <p:nvSpPr>
            <p:cNvPr id="97" name="Google Shape;97;p3"/>
            <p:cNvSpPr/>
            <p:nvPr/>
          </p:nvSpPr>
          <p:spPr>
            <a:xfrm>
              <a:off x="679450" y="-898525"/>
              <a:ext cx="764256" cy="770707"/>
            </a:xfrm>
            <a:custGeom>
              <a:rect b="b" l="l" r="r" t="t"/>
              <a:pathLst>
                <a:path extrusionOk="0" h="770707" w="764256">
                  <a:moveTo>
                    <a:pt x="430053" y="376514"/>
                  </a:moveTo>
                  <a:cubicBezTo>
                    <a:pt x="410592" y="366846"/>
                    <a:pt x="391237" y="358125"/>
                    <a:pt x="371244" y="348983"/>
                  </a:cubicBezTo>
                  <a:cubicBezTo>
                    <a:pt x="351252" y="339841"/>
                    <a:pt x="331365" y="331539"/>
                    <a:pt x="311478" y="323343"/>
                  </a:cubicBezTo>
                  <a:cubicBezTo>
                    <a:pt x="308501" y="321872"/>
                    <a:pt x="305098" y="320926"/>
                    <a:pt x="302226" y="319455"/>
                  </a:cubicBezTo>
                  <a:cubicBezTo>
                    <a:pt x="293931" y="316093"/>
                    <a:pt x="285211" y="312730"/>
                    <a:pt x="275002" y="308947"/>
                  </a:cubicBezTo>
                  <a:cubicBezTo>
                    <a:pt x="274470" y="311364"/>
                    <a:pt x="273513" y="314201"/>
                    <a:pt x="273088" y="316618"/>
                  </a:cubicBezTo>
                  <a:cubicBezTo>
                    <a:pt x="278830" y="320086"/>
                    <a:pt x="284679" y="323448"/>
                    <a:pt x="291060" y="327126"/>
                  </a:cubicBezTo>
                  <a:cubicBezTo>
                    <a:pt x="297441" y="330804"/>
                    <a:pt x="302758" y="333431"/>
                    <a:pt x="306587" y="335848"/>
                  </a:cubicBezTo>
                  <a:cubicBezTo>
                    <a:pt x="317009" y="341929"/>
                    <a:pt x="326651" y="349233"/>
                    <a:pt x="335300" y="357599"/>
                  </a:cubicBezTo>
                  <a:cubicBezTo>
                    <a:pt x="335766" y="358379"/>
                    <a:pt x="336424" y="359030"/>
                    <a:pt x="337214" y="359491"/>
                  </a:cubicBezTo>
                  <a:cubicBezTo>
                    <a:pt x="345107" y="369677"/>
                    <a:pt x="350758" y="381381"/>
                    <a:pt x="353804" y="393852"/>
                  </a:cubicBezTo>
                  <a:cubicBezTo>
                    <a:pt x="353615" y="394325"/>
                    <a:pt x="353615" y="394850"/>
                    <a:pt x="353804" y="395323"/>
                  </a:cubicBezTo>
                  <a:lnTo>
                    <a:pt x="353804" y="396269"/>
                  </a:lnTo>
                  <a:cubicBezTo>
                    <a:pt x="356805" y="413079"/>
                    <a:pt x="354773" y="430391"/>
                    <a:pt x="347955" y="446076"/>
                  </a:cubicBezTo>
                  <a:cubicBezTo>
                    <a:pt x="344491" y="453269"/>
                    <a:pt x="340248" y="460069"/>
                    <a:pt x="335300" y="466357"/>
                  </a:cubicBezTo>
                  <a:cubicBezTo>
                    <a:pt x="335300" y="466357"/>
                    <a:pt x="335300" y="466357"/>
                    <a:pt x="335300" y="467408"/>
                  </a:cubicBezTo>
                  <a:lnTo>
                    <a:pt x="334343" y="468353"/>
                  </a:lnTo>
                  <a:cubicBezTo>
                    <a:pt x="333811" y="469299"/>
                    <a:pt x="332854" y="469825"/>
                    <a:pt x="332322" y="470770"/>
                  </a:cubicBezTo>
                  <a:cubicBezTo>
                    <a:pt x="320309" y="483502"/>
                    <a:pt x="304525" y="492147"/>
                    <a:pt x="287232" y="495464"/>
                  </a:cubicBezTo>
                  <a:cubicBezTo>
                    <a:pt x="278084" y="493655"/>
                    <a:pt x="269240" y="490577"/>
                    <a:pt x="260964" y="486322"/>
                  </a:cubicBezTo>
                  <a:cubicBezTo>
                    <a:pt x="204748" y="458307"/>
                    <a:pt x="182159" y="390566"/>
                    <a:pt x="210511" y="335019"/>
                  </a:cubicBezTo>
                  <a:cubicBezTo>
                    <a:pt x="213286" y="329583"/>
                    <a:pt x="216502" y="324377"/>
                    <a:pt x="220128" y="319455"/>
                  </a:cubicBezTo>
                  <a:lnTo>
                    <a:pt x="224488" y="313676"/>
                  </a:lnTo>
                  <a:cubicBezTo>
                    <a:pt x="264963" y="266173"/>
                    <a:pt x="336747" y="260087"/>
                    <a:pt x="384822" y="300081"/>
                  </a:cubicBezTo>
                  <a:cubicBezTo>
                    <a:pt x="388636" y="303254"/>
                    <a:pt x="392236" y="306672"/>
                    <a:pt x="395598" y="310313"/>
                  </a:cubicBezTo>
                  <a:lnTo>
                    <a:pt x="399001" y="307371"/>
                  </a:lnTo>
                  <a:cubicBezTo>
                    <a:pt x="375670" y="279546"/>
                    <a:pt x="340812" y="263697"/>
                    <a:pt x="304247" y="264288"/>
                  </a:cubicBezTo>
                  <a:cubicBezTo>
                    <a:pt x="286564" y="264363"/>
                    <a:pt x="269122" y="268349"/>
                    <a:pt x="253201" y="275952"/>
                  </a:cubicBezTo>
                  <a:cubicBezTo>
                    <a:pt x="277980" y="244428"/>
                    <a:pt x="304247" y="213535"/>
                    <a:pt x="330940" y="183587"/>
                  </a:cubicBezTo>
                  <a:cubicBezTo>
                    <a:pt x="377093" y="133254"/>
                    <a:pt x="503963" y="3165"/>
                    <a:pt x="572981" y="9470"/>
                  </a:cubicBezTo>
                  <a:cubicBezTo>
                    <a:pt x="636789" y="19978"/>
                    <a:pt x="573513" y="166144"/>
                    <a:pt x="556498" y="200925"/>
                  </a:cubicBezTo>
                  <a:lnTo>
                    <a:pt x="562772" y="203867"/>
                  </a:lnTo>
                  <a:cubicBezTo>
                    <a:pt x="575556" y="177226"/>
                    <a:pt x="586534" y="149774"/>
                    <a:pt x="595633" y="121695"/>
                  </a:cubicBezTo>
                  <a:cubicBezTo>
                    <a:pt x="606267" y="86808"/>
                    <a:pt x="627537" y="9995"/>
                    <a:pt x="574364" y="328"/>
                  </a:cubicBezTo>
                  <a:cubicBezTo>
                    <a:pt x="544800" y="-2615"/>
                    <a:pt x="513747" y="14829"/>
                    <a:pt x="489288" y="29750"/>
                  </a:cubicBezTo>
                  <a:cubicBezTo>
                    <a:pt x="452194" y="54199"/>
                    <a:pt x="417388" y="81875"/>
                    <a:pt x="385282" y="112448"/>
                  </a:cubicBezTo>
                  <a:cubicBezTo>
                    <a:pt x="327232" y="167838"/>
                    <a:pt x="273582" y="227560"/>
                    <a:pt x="224807" y="291084"/>
                  </a:cubicBezTo>
                  <a:cubicBezTo>
                    <a:pt x="161000" y="270068"/>
                    <a:pt x="24453" y="230663"/>
                    <a:pt x="2652" y="274691"/>
                  </a:cubicBezTo>
                  <a:cubicBezTo>
                    <a:pt x="-6175" y="292975"/>
                    <a:pt x="7012" y="319140"/>
                    <a:pt x="42531" y="353501"/>
                  </a:cubicBezTo>
                  <a:cubicBezTo>
                    <a:pt x="85717" y="392765"/>
                    <a:pt x="132944" y="427455"/>
                    <a:pt x="183439" y="457005"/>
                  </a:cubicBezTo>
                  <a:cubicBezTo>
                    <a:pt x="200029" y="467513"/>
                    <a:pt x="217044" y="477285"/>
                    <a:pt x="235016" y="486953"/>
                  </a:cubicBezTo>
                  <a:cubicBezTo>
                    <a:pt x="242867" y="492580"/>
                    <a:pt x="251363" y="497270"/>
                    <a:pt x="260326" y="500928"/>
                  </a:cubicBezTo>
                  <a:cubicBezTo>
                    <a:pt x="265112" y="503345"/>
                    <a:pt x="269578" y="505762"/>
                    <a:pt x="274896" y="508704"/>
                  </a:cubicBezTo>
                  <a:cubicBezTo>
                    <a:pt x="293400" y="518371"/>
                    <a:pt x="312329" y="528039"/>
                    <a:pt x="331259" y="537286"/>
                  </a:cubicBezTo>
                  <a:cubicBezTo>
                    <a:pt x="306480" y="566708"/>
                    <a:pt x="280745" y="595290"/>
                    <a:pt x="253946" y="622400"/>
                  </a:cubicBezTo>
                  <a:cubicBezTo>
                    <a:pt x="207898" y="668636"/>
                    <a:pt x="159617" y="714030"/>
                    <a:pt x="102404" y="745554"/>
                  </a:cubicBezTo>
                  <a:cubicBezTo>
                    <a:pt x="45509" y="775502"/>
                    <a:pt x="10734" y="764363"/>
                    <a:pt x="20731" y="695221"/>
                  </a:cubicBezTo>
                  <a:cubicBezTo>
                    <a:pt x="30147" y="647236"/>
                    <a:pt x="46327" y="600794"/>
                    <a:pt x="68799" y="557251"/>
                  </a:cubicBezTo>
                  <a:lnTo>
                    <a:pt x="61992" y="553888"/>
                  </a:lnTo>
                  <a:cubicBezTo>
                    <a:pt x="47186" y="583432"/>
                    <a:pt x="34534" y="613983"/>
                    <a:pt x="24134" y="645308"/>
                  </a:cubicBezTo>
                  <a:cubicBezTo>
                    <a:pt x="14882" y="675256"/>
                    <a:pt x="4141" y="713925"/>
                    <a:pt x="14350" y="744924"/>
                  </a:cubicBezTo>
                  <a:cubicBezTo>
                    <a:pt x="29451" y="785590"/>
                    <a:pt x="78157" y="769617"/>
                    <a:pt x="107296" y="754591"/>
                  </a:cubicBezTo>
                  <a:cubicBezTo>
                    <a:pt x="186523" y="712034"/>
                    <a:pt x="272556" y="626394"/>
                    <a:pt x="343063" y="543275"/>
                  </a:cubicBezTo>
                  <a:cubicBezTo>
                    <a:pt x="430897" y="586756"/>
                    <a:pt x="522920" y="621432"/>
                    <a:pt x="617753" y="646779"/>
                  </a:cubicBezTo>
                  <a:cubicBezTo>
                    <a:pt x="647431" y="654749"/>
                    <a:pt x="677942" y="659298"/>
                    <a:pt x="708678" y="660334"/>
                  </a:cubicBezTo>
                  <a:cubicBezTo>
                    <a:pt x="742708" y="660334"/>
                    <a:pt x="756852" y="650667"/>
                    <a:pt x="761851" y="639949"/>
                  </a:cubicBezTo>
                  <a:cubicBezTo>
                    <a:pt x="787054" y="585938"/>
                    <a:pt x="609990" y="464045"/>
                    <a:pt x="430053" y="376514"/>
                  </a:cubicBezTo>
                  <a:close/>
                  <a:moveTo>
                    <a:pt x="212790" y="307371"/>
                  </a:moveTo>
                  <a:cubicBezTo>
                    <a:pt x="187352" y="337222"/>
                    <a:pt x="177621" y="377164"/>
                    <a:pt x="186523" y="415183"/>
                  </a:cubicBezTo>
                  <a:cubicBezTo>
                    <a:pt x="189364" y="428593"/>
                    <a:pt x="194662" y="441378"/>
                    <a:pt x="202156" y="452907"/>
                  </a:cubicBezTo>
                  <a:cubicBezTo>
                    <a:pt x="201198" y="452907"/>
                    <a:pt x="200667" y="451961"/>
                    <a:pt x="199710" y="451436"/>
                  </a:cubicBezTo>
                  <a:cubicBezTo>
                    <a:pt x="117079" y="375568"/>
                    <a:pt x="68373" y="304008"/>
                    <a:pt x="80071" y="269647"/>
                  </a:cubicBezTo>
                  <a:cubicBezTo>
                    <a:pt x="126596" y="276016"/>
                    <a:pt x="172347" y="287036"/>
                    <a:pt x="216618" y="302537"/>
                  </a:cubicBezTo>
                  <a:cubicBezTo>
                    <a:pt x="215236" y="304008"/>
                    <a:pt x="214173" y="305900"/>
                    <a:pt x="212790" y="307371"/>
                  </a:cubicBezTo>
                  <a:close/>
                  <a:moveTo>
                    <a:pt x="306587" y="509965"/>
                  </a:moveTo>
                  <a:lnTo>
                    <a:pt x="309032" y="509965"/>
                  </a:lnTo>
                  <a:cubicBezTo>
                    <a:pt x="328276" y="509940"/>
                    <a:pt x="347247" y="505478"/>
                    <a:pt x="364438" y="496935"/>
                  </a:cubicBezTo>
                  <a:cubicBezTo>
                    <a:pt x="356675" y="507443"/>
                    <a:pt x="348380" y="516795"/>
                    <a:pt x="340192" y="526883"/>
                  </a:cubicBezTo>
                  <a:cubicBezTo>
                    <a:pt x="328919" y="521629"/>
                    <a:pt x="317753" y="515850"/>
                    <a:pt x="306587" y="509965"/>
                  </a:cubicBezTo>
                  <a:close/>
                  <a:moveTo>
                    <a:pt x="404211" y="466462"/>
                  </a:moveTo>
                  <a:cubicBezTo>
                    <a:pt x="408056" y="462181"/>
                    <a:pt x="411608" y="457652"/>
                    <a:pt x="414846" y="452907"/>
                  </a:cubicBezTo>
                  <a:cubicBezTo>
                    <a:pt x="417824" y="449019"/>
                    <a:pt x="420695" y="445236"/>
                    <a:pt x="423141" y="441348"/>
                  </a:cubicBezTo>
                  <a:lnTo>
                    <a:pt x="440156" y="417600"/>
                  </a:lnTo>
                  <a:cubicBezTo>
                    <a:pt x="542248" y="501664"/>
                    <a:pt x="607437" y="586883"/>
                    <a:pt x="600631" y="627760"/>
                  </a:cubicBezTo>
                  <a:cubicBezTo>
                    <a:pt x="514759" y="603215"/>
                    <a:pt x="431240" y="571253"/>
                    <a:pt x="351039" y="532242"/>
                  </a:cubicBezTo>
                  <a:cubicBezTo>
                    <a:pt x="370287" y="509965"/>
                    <a:pt x="387834" y="487793"/>
                    <a:pt x="404211" y="466462"/>
                  </a:cubicBezTo>
                  <a:close/>
                </a:path>
              </a:pathLst>
            </a:custGeom>
            <a:gradFill>
              <a:gsLst>
                <a:gs pos="0">
                  <a:srgbClr val="B21A88"/>
                </a:gs>
                <a:gs pos="35000">
                  <a:srgbClr val="0997E7"/>
                </a:gs>
                <a:gs pos="67000">
                  <a:srgbClr val="00C7B3"/>
                </a:gs>
                <a:gs pos="100000">
                  <a:srgbClr val="D5FF6B"/>
                </a:gs>
              </a:gsLst>
              <a:lin ang="19376676" scaled="0"/>
            </a:gra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nvGrpSpPr>
            <p:cNvPr id="98" name="Google Shape;98;p3"/>
            <p:cNvGrpSpPr/>
            <p:nvPr/>
          </p:nvGrpSpPr>
          <p:grpSpPr>
            <a:xfrm>
              <a:off x="1498298" y="-648002"/>
              <a:ext cx="1130879" cy="242125"/>
              <a:chOff x="2040236" y="652325"/>
              <a:chExt cx="1130879" cy="242125"/>
            </a:xfrm>
          </p:grpSpPr>
          <p:sp>
            <p:nvSpPr>
              <p:cNvPr id="99" name="Google Shape;99;p3"/>
              <p:cNvSpPr/>
              <p:nvPr/>
            </p:nvSpPr>
            <p:spPr>
              <a:xfrm>
                <a:off x="2040236" y="652510"/>
                <a:ext cx="122194" cy="89973"/>
              </a:xfrm>
              <a:custGeom>
                <a:rect b="b" l="l" r="r" t="t"/>
                <a:pathLst>
                  <a:path extrusionOk="0" h="89973" w="122194">
                    <a:moveTo>
                      <a:pt x="69234" y="22827"/>
                    </a:moveTo>
                    <a:cubicBezTo>
                      <a:pt x="66140" y="22755"/>
                      <a:pt x="63047" y="22930"/>
                      <a:pt x="59982" y="23353"/>
                    </a:cubicBezTo>
                    <a:cubicBezTo>
                      <a:pt x="56579" y="23878"/>
                      <a:pt x="54133" y="23878"/>
                      <a:pt x="51262" y="24298"/>
                    </a:cubicBezTo>
                    <a:cubicBezTo>
                      <a:pt x="48600" y="24850"/>
                      <a:pt x="46000" y="25660"/>
                      <a:pt x="43499" y="26715"/>
                    </a:cubicBezTo>
                    <a:cubicBezTo>
                      <a:pt x="41204" y="27721"/>
                      <a:pt x="39058" y="29029"/>
                      <a:pt x="37118" y="30603"/>
                    </a:cubicBezTo>
                    <a:cubicBezTo>
                      <a:pt x="35156" y="32098"/>
                      <a:pt x="33647" y="34097"/>
                      <a:pt x="32758" y="36382"/>
                    </a:cubicBezTo>
                    <a:cubicBezTo>
                      <a:pt x="31859" y="38905"/>
                      <a:pt x="31218" y="41510"/>
                      <a:pt x="30843" y="44158"/>
                    </a:cubicBezTo>
                    <a:cubicBezTo>
                      <a:pt x="30918" y="47159"/>
                      <a:pt x="31568" y="50119"/>
                      <a:pt x="32758" y="52880"/>
                    </a:cubicBezTo>
                    <a:cubicBezTo>
                      <a:pt x="34041" y="55230"/>
                      <a:pt x="35908" y="57218"/>
                      <a:pt x="38181" y="58659"/>
                    </a:cubicBezTo>
                    <a:cubicBezTo>
                      <a:pt x="40411" y="60259"/>
                      <a:pt x="42842" y="61566"/>
                      <a:pt x="45413" y="62547"/>
                    </a:cubicBezTo>
                    <a:cubicBezTo>
                      <a:pt x="47962" y="63545"/>
                      <a:pt x="50595" y="64318"/>
                      <a:pt x="53282" y="64859"/>
                    </a:cubicBezTo>
                    <a:cubicBezTo>
                      <a:pt x="56155" y="65434"/>
                      <a:pt x="59073" y="65750"/>
                      <a:pt x="62003" y="65805"/>
                    </a:cubicBezTo>
                    <a:lnTo>
                      <a:pt x="85186" y="65805"/>
                    </a:lnTo>
                    <a:cubicBezTo>
                      <a:pt x="87206" y="65805"/>
                      <a:pt x="89652" y="65805"/>
                      <a:pt x="91992" y="65805"/>
                    </a:cubicBezTo>
                    <a:lnTo>
                      <a:pt x="91992" y="43108"/>
                    </a:lnTo>
                    <a:lnTo>
                      <a:pt x="122194" y="43108"/>
                    </a:lnTo>
                    <a:lnTo>
                      <a:pt x="122194" y="83773"/>
                    </a:lnTo>
                    <a:cubicBezTo>
                      <a:pt x="117302" y="85140"/>
                      <a:pt x="112410" y="86190"/>
                      <a:pt x="107625" y="87136"/>
                    </a:cubicBezTo>
                    <a:cubicBezTo>
                      <a:pt x="102949" y="88024"/>
                      <a:pt x="98227" y="88656"/>
                      <a:pt x="93481" y="89027"/>
                    </a:cubicBezTo>
                    <a:cubicBezTo>
                      <a:pt x="88823" y="89600"/>
                      <a:pt x="84136" y="89916"/>
                      <a:pt x="79443" y="89973"/>
                    </a:cubicBezTo>
                    <a:lnTo>
                      <a:pt x="63917" y="89973"/>
                    </a:lnTo>
                    <a:cubicBezTo>
                      <a:pt x="58600" y="89973"/>
                      <a:pt x="53282" y="89973"/>
                      <a:pt x="48390" y="89973"/>
                    </a:cubicBezTo>
                    <a:cubicBezTo>
                      <a:pt x="43288" y="89663"/>
                      <a:pt x="38230" y="88854"/>
                      <a:pt x="33289" y="87556"/>
                    </a:cubicBezTo>
                    <a:cubicBezTo>
                      <a:pt x="28738" y="86505"/>
                      <a:pt x="24342" y="84880"/>
                      <a:pt x="20209" y="82723"/>
                    </a:cubicBezTo>
                    <a:cubicBezTo>
                      <a:pt x="16185" y="80659"/>
                      <a:pt x="12580" y="77881"/>
                      <a:pt x="9574" y="74526"/>
                    </a:cubicBezTo>
                    <a:cubicBezTo>
                      <a:pt x="6521" y="70910"/>
                      <a:pt x="4078" y="66829"/>
                      <a:pt x="2343" y="62442"/>
                    </a:cubicBezTo>
                    <a:cubicBezTo>
                      <a:pt x="455" y="56827"/>
                      <a:pt x="-304" y="50901"/>
                      <a:pt x="110" y="44999"/>
                    </a:cubicBezTo>
                    <a:cubicBezTo>
                      <a:pt x="52" y="39270"/>
                      <a:pt x="877" y="33565"/>
                      <a:pt x="2556" y="28081"/>
                    </a:cubicBezTo>
                    <a:cubicBezTo>
                      <a:pt x="3873" y="23505"/>
                      <a:pt x="6364" y="19343"/>
                      <a:pt x="9787" y="15997"/>
                    </a:cubicBezTo>
                    <a:cubicBezTo>
                      <a:pt x="12792" y="12643"/>
                      <a:pt x="16398" y="9865"/>
                      <a:pt x="20422" y="7801"/>
                    </a:cubicBezTo>
                    <a:cubicBezTo>
                      <a:pt x="24555" y="5643"/>
                      <a:pt x="28950" y="4019"/>
                      <a:pt x="33502" y="2967"/>
                    </a:cubicBezTo>
                    <a:cubicBezTo>
                      <a:pt x="38394" y="2021"/>
                      <a:pt x="43286" y="1076"/>
                      <a:pt x="48178" y="550"/>
                    </a:cubicBezTo>
                    <a:cubicBezTo>
                      <a:pt x="53411" y="106"/>
                      <a:pt x="58664" y="-70"/>
                      <a:pt x="63917" y="25"/>
                    </a:cubicBezTo>
                    <a:lnTo>
                      <a:pt x="68809" y="25"/>
                    </a:lnTo>
                    <a:cubicBezTo>
                      <a:pt x="77840" y="125"/>
                      <a:pt x="86857" y="722"/>
                      <a:pt x="95820" y="1811"/>
                    </a:cubicBezTo>
                    <a:cubicBezTo>
                      <a:pt x="104709" y="2889"/>
                      <a:pt x="113494" y="4681"/>
                      <a:pt x="122088" y="7170"/>
                    </a:cubicBezTo>
                    <a:lnTo>
                      <a:pt x="122088" y="30813"/>
                    </a:lnTo>
                    <a:cubicBezTo>
                      <a:pt x="119389" y="29927"/>
                      <a:pt x="116612" y="29294"/>
                      <a:pt x="113793" y="28922"/>
                    </a:cubicBezTo>
                    <a:lnTo>
                      <a:pt x="105072" y="27451"/>
                    </a:lnTo>
                    <a:cubicBezTo>
                      <a:pt x="102192" y="26934"/>
                      <a:pt x="99278" y="26617"/>
                      <a:pt x="96352" y="26505"/>
                    </a:cubicBezTo>
                    <a:cubicBezTo>
                      <a:pt x="93608" y="26085"/>
                      <a:pt x="90833" y="25909"/>
                      <a:pt x="88057" y="25980"/>
                    </a:cubicBezTo>
                    <a:cubicBezTo>
                      <a:pt x="81997" y="23932"/>
                      <a:pt x="75639" y="22867"/>
                      <a:pt x="69234" y="22827"/>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 name="Google Shape;100;p3"/>
              <p:cNvSpPr/>
              <p:nvPr/>
            </p:nvSpPr>
            <p:spPr>
              <a:xfrm>
                <a:off x="2177531" y="653586"/>
                <a:ext cx="105069" cy="88477"/>
              </a:xfrm>
              <a:custGeom>
                <a:rect b="b" l="l" r="r" t="t"/>
                <a:pathLst>
                  <a:path extrusionOk="0" h="88477" w="105069">
                    <a:moveTo>
                      <a:pt x="105069" y="64729"/>
                    </a:moveTo>
                    <a:lnTo>
                      <a:pt x="105069" y="88477"/>
                    </a:lnTo>
                    <a:lnTo>
                      <a:pt x="0" y="88477"/>
                    </a:lnTo>
                    <a:lnTo>
                      <a:pt x="0" y="0"/>
                    </a:lnTo>
                    <a:lnTo>
                      <a:pt x="30202" y="0"/>
                    </a:lnTo>
                    <a:lnTo>
                      <a:pt x="30202" y="6472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 name="Google Shape;101;p3"/>
              <p:cNvSpPr/>
              <p:nvPr/>
            </p:nvSpPr>
            <p:spPr>
              <a:xfrm>
                <a:off x="2287903" y="652325"/>
                <a:ext cx="138072" cy="91223"/>
              </a:xfrm>
              <a:custGeom>
                <a:rect b="b" l="l" r="r" t="t"/>
                <a:pathLst>
                  <a:path extrusionOk="0" h="91223" w="138072">
                    <a:moveTo>
                      <a:pt x="69033" y="210"/>
                    </a:moveTo>
                    <a:lnTo>
                      <a:pt x="85623" y="210"/>
                    </a:lnTo>
                    <a:cubicBezTo>
                      <a:pt x="90940" y="736"/>
                      <a:pt x="96257" y="1261"/>
                      <a:pt x="101681" y="2207"/>
                    </a:cubicBezTo>
                    <a:cubicBezTo>
                      <a:pt x="106498" y="3148"/>
                      <a:pt x="111209" y="4592"/>
                      <a:pt x="115718" y="6515"/>
                    </a:cubicBezTo>
                    <a:cubicBezTo>
                      <a:pt x="120100" y="8549"/>
                      <a:pt x="124067" y="11363"/>
                      <a:pt x="127416" y="14816"/>
                    </a:cubicBezTo>
                    <a:cubicBezTo>
                      <a:pt x="130851" y="18411"/>
                      <a:pt x="133489" y="22668"/>
                      <a:pt x="135180" y="27321"/>
                    </a:cubicBezTo>
                    <a:cubicBezTo>
                      <a:pt x="137253" y="33228"/>
                      <a:pt x="138232" y="39459"/>
                      <a:pt x="138051" y="45710"/>
                    </a:cubicBezTo>
                    <a:cubicBezTo>
                      <a:pt x="138200" y="51788"/>
                      <a:pt x="137221" y="57840"/>
                      <a:pt x="135180" y="63573"/>
                    </a:cubicBezTo>
                    <a:cubicBezTo>
                      <a:pt x="133499" y="68258"/>
                      <a:pt x="130851" y="72550"/>
                      <a:pt x="127416" y="76183"/>
                    </a:cubicBezTo>
                    <a:cubicBezTo>
                      <a:pt x="124067" y="79603"/>
                      <a:pt x="120100" y="82383"/>
                      <a:pt x="115718" y="84379"/>
                    </a:cubicBezTo>
                    <a:cubicBezTo>
                      <a:pt x="111146" y="86288"/>
                      <a:pt x="106456" y="87902"/>
                      <a:pt x="101681" y="89213"/>
                    </a:cubicBezTo>
                    <a:cubicBezTo>
                      <a:pt x="96459" y="90659"/>
                      <a:pt x="91046" y="91332"/>
                      <a:pt x="85623" y="91209"/>
                    </a:cubicBezTo>
                    <a:cubicBezTo>
                      <a:pt x="80199" y="91209"/>
                      <a:pt x="74988" y="91209"/>
                      <a:pt x="69033" y="91209"/>
                    </a:cubicBezTo>
                    <a:cubicBezTo>
                      <a:pt x="63078" y="91209"/>
                      <a:pt x="58398" y="91209"/>
                      <a:pt x="52549" y="91209"/>
                    </a:cubicBezTo>
                    <a:cubicBezTo>
                      <a:pt x="46700" y="91209"/>
                      <a:pt x="41915" y="90159"/>
                      <a:pt x="36491" y="89213"/>
                    </a:cubicBezTo>
                    <a:cubicBezTo>
                      <a:pt x="31536" y="88417"/>
                      <a:pt x="26750" y="86782"/>
                      <a:pt x="22347" y="84379"/>
                    </a:cubicBezTo>
                    <a:cubicBezTo>
                      <a:pt x="13255" y="80252"/>
                      <a:pt x="6247" y="72673"/>
                      <a:pt x="2886" y="63363"/>
                    </a:cubicBezTo>
                    <a:cubicBezTo>
                      <a:pt x="844" y="57630"/>
                      <a:pt x="-134" y="51577"/>
                      <a:pt x="15" y="45500"/>
                    </a:cubicBezTo>
                    <a:cubicBezTo>
                      <a:pt x="-123" y="39252"/>
                      <a:pt x="855" y="33029"/>
                      <a:pt x="2886" y="27111"/>
                    </a:cubicBezTo>
                    <a:cubicBezTo>
                      <a:pt x="4545" y="22422"/>
                      <a:pt x="7236" y="18153"/>
                      <a:pt x="10756" y="14606"/>
                    </a:cubicBezTo>
                    <a:cubicBezTo>
                      <a:pt x="14074" y="11156"/>
                      <a:pt x="17998" y="8342"/>
                      <a:pt x="22347" y="6305"/>
                    </a:cubicBezTo>
                    <a:cubicBezTo>
                      <a:pt x="26888" y="4367"/>
                      <a:pt x="31631" y="2922"/>
                      <a:pt x="36491" y="1997"/>
                    </a:cubicBezTo>
                    <a:cubicBezTo>
                      <a:pt x="41808" y="1066"/>
                      <a:pt x="47168" y="399"/>
                      <a:pt x="52549" y="0"/>
                    </a:cubicBezTo>
                    <a:close/>
                    <a:moveTo>
                      <a:pt x="69033" y="67461"/>
                    </a:moveTo>
                    <a:cubicBezTo>
                      <a:pt x="73584" y="67408"/>
                      <a:pt x="78125" y="67092"/>
                      <a:pt x="82645" y="66516"/>
                    </a:cubicBezTo>
                    <a:cubicBezTo>
                      <a:pt x="86835" y="66095"/>
                      <a:pt x="90951" y="65105"/>
                      <a:pt x="94875" y="63573"/>
                    </a:cubicBezTo>
                    <a:cubicBezTo>
                      <a:pt x="98310" y="62346"/>
                      <a:pt x="101330" y="60199"/>
                      <a:pt x="103595" y="57374"/>
                    </a:cubicBezTo>
                    <a:cubicBezTo>
                      <a:pt x="105924" y="54126"/>
                      <a:pt x="107126" y="50216"/>
                      <a:pt x="106998" y="46235"/>
                    </a:cubicBezTo>
                    <a:cubicBezTo>
                      <a:pt x="107073" y="43568"/>
                      <a:pt x="106562" y="40917"/>
                      <a:pt x="105509" y="38459"/>
                    </a:cubicBezTo>
                    <a:cubicBezTo>
                      <a:pt x="104478" y="36253"/>
                      <a:pt x="102999" y="34283"/>
                      <a:pt x="101149" y="32680"/>
                    </a:cubicBezTo>
                    <a:cubicBezTo>
                      <a:pt x="99246" y="31107"/>
                      <a:pt x="97140" y="29799"/>
                      <a:pt x="94875" y="28792"/>
                    </a:cubicBezTo>
                    <a:cubicBezTo>
                      <a:pt x="92312" y="27796"/>
                      <a:pt x="89685" y="26988"/>
                      <a:pt x="87005" y="26375"/>
                    </a:cubicBezTo>
                    <a:lnTo>
                      <a:pt x="78285" y="24904"/>
                    </a:lnTo>
                    <a:cubicBezTo>
                      <a:pt x="75414" y="24904"/>
                      <a:pt x="72011" y="24904"/>
                      <a:pt x="69033" y="24904"/>
                    </a:cubicBezTo>
                    <a:cubicBezTo>
                      <a:pt x="65949" y="24706"/>
                      <a:pt x="62865" y="24706"/>
                      <a:pt x="59781" y="24904"/>
                    </a:cubicBezTo>
                    <a:cubicBezTo>
                      <a:pt x="56835" y="25154"/>
                      <a:pt x="53921" y="25646"/>
                      <a:pt x="51061" y="26375"/>
                    </a:cubicBezTo>
                    <a:cubicBezTo>
                      <a:pt x="48189" y="27321"/>
                      <a:pt x="45743" y="27846"/>
                      <a:pt x="43297" y="28792"/>
                    </a:cubicBezTo>
                    <a:cubicBezTo>
                      <a:pt x="40958" y="29646"/>
                      <a:pt x="38820" y="30970"/>
                      <a:pt x="37023" y="32680"/>
                    </a:cubicBezTo>
                    <a:cubicBezTo>
                      <a:pt x="35002" y="34140"/>
                      <a:pt x="33450" y="36147"/>
                      <a:pt x="32556" y="38459"/>
                    </a:cubicBezTo>
                    <a:cubicBezTo>
                      <a:pt x="31599" y="40941"/>
                      <a:pt x="31131" y="43580"/>
                      <a:pt x="31174" y="46235"/>
                    </a:cubicBezTo>
                    <a:cubicBezTo>
                      <a:pt x="30983" y="48927"/>
                      <a:pt x="31652" y="51612"/>
                      <a:pt x="33088" y="53906"/>
                    </a:cubicBezTo>
                    <a:cubicBezTo>
                      <a:pt x="33971" y="56222"/>
                      <a:pt x="35481" y="58255"/>
                      <a:pt x="37448" y="59790"/>
                    </a:cubicBezTo>
                    <a:cubicBezTo>
                      <a:pt x="39384" y="61293"/>
                      <a:pt x="41489" y="62564"/>
                      <a:pt x="43723" y="63573"/>
                    </a:cubicBezTo>
                    <a:cubicBezTo>
                      <a:pt x="46222" y="64737"/>
                      <a:pt x="48870" y="65550"/>
                      <a:pt x="51592" y="65990"/>
                    </a:cubicBezTo>
                    <a:cubicBezTo>
                      <a:pt x="54464" y="66599"/>
                      <a:pt x="57377" y="66951"/>
                      <a:pt x="60313" y="67041"/>
                    </a:cubicBezTo>
                    <a:cubicBezTo>
                      <a:pt x="63184" y="67041"/>
                      <a:pt x="66162" y="67461"/>
                      <a:pt x="69033" y="67461"/>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 name="Google Shape;102;p3"/>
              <p:cNvSpPr/>
              <p:nvPr/>
            </p:nvSpPr>
            <p:spPr>
              <a:xfrm>
                <a:off x="2440948" y="653567"/>
                <a:ext cx="120509" cy="88503"/>
              </a:xfrm>
              <a:custGeom>
                <a:rect b="b" l="l" r="r" t="t"/>
                <a:pathLst>
                  <a:path extrusionOk="0" h="88503" w="120509">
                    <a:moveTo>
                      <a:pt x="120489" y="63802"/>
                    </a:moveTo>
                    <a:cubicBezTo>
                      <a:pt x="120638" y="67129"/>
                      <a:pt x="119979" y="70442"/>
                      <a:pt x="118575" y="73469"/>
                    </a:cubicBezTo>
                    <a:cubicBezTo>
                      <a:pt x="117373" y="76400"/>
                      <a:pt x="115565" y="79049"/>
                      <a:pt x="113258" y="81245"/>
                    </a:cubicBezTo>
                    <a:cubicBezTo>
                      <a:pt x="110865" y="83268"/>
                      <a:pt x="108270" y="85030"/>
                      <a:pt x="105494" y="86499"/>
                    </a:cubicBezTo>
                    <a:cubicBezTo>
                      <a:pt x="102432" y="87904"/>
                      <a:pt x="99082" y="88587"/>
                      <a:pt x="95711" y="88496"/>
                    </a:cubicBezTo>
                    <a:lnTo>
                      <a:pt x="0" y="88496"/>
                    </a:lnTo>
                    <a:lnTo>
                      <a:pt x="0" y="18"/>
                    </a:lnTo>
                    <a:lnTo>
                      <a:pt x="89436" y="18"/>
                    </a:lnTo>
                    <a:cubicBezTo>
                      <a:pt x="92627" y="-120"/>
                      <a:pt x="95806" y="530"/>
                      <a:pt x="98688" y="1910"/>
                    </a:cubicBezTo>
                    <a:cubicBezTo>
                      <a:pt x="104240" y="4162"/>
                      <a:pt x="108642" y="8513"/>
                      <a:pt x="110918" y="13994"/>
                    </a:cubicBezTo>
                    <a:cubicBezTo>
                      <a:pt x="112120" y="16936"/>
                      <a:pt x="112769" y="20070"/>
                      <a:pt x="112832" y="23241"/>
                    </a:cubicBezTo>
                    <a:cubicBezTo>
                      <a:pt x="112917" y="24870"/>
                      <a:pt x="112737" y="26501"/>
                      <a:pt x="112301" y="28075"/>
                    </a:cubicBezTo>
                    <a:cubicBezTo>
                      <a:pt x="111875" y="29761"/>
                      <a:pt x="111237" y="31387"/>
                      <a:pt x="110386" y="32908"/>
                    </a:cubicBezTo>
                    <a:cubicBezTo>
                      <a:pt x="109429" y="34274"/>
                      <a:pt x="108898" y="35745"/>
                      <a:pt x="107940" y="37217"/>
                    </a:cubicBezTo>
                    <a:cubicBezTo>
                      <a:pt x="106983" y="38688"/>
                      <a:pt x="106026" y="39633"/>
                      <a:pt x="105069" y="41105"/>
                    </a:cubicBezTo>
                    <a:cubicBezTo>
                      <a:pt x="107196" y="42116"/>
                      <a:pt x="109163" y="43426"/>
                      <a:pt x="110918" y="44992"/>
                    </a:cubicBezTo>
                    <a:cubicBezTo>
                      <a:pt x="112641" y="46623"/>
                      <a:pt x="114247" y="48380"/>
                      <a:pt x="115704" y="50246"/>
                    </a:cubicBezTo>
                    <a:cubicBezTo>
                      <a:pt x="117161" y="52102"/>
                      <a:pt x="118181" y="54256"/>
                      <a:pt x="118681" y="56551"/>
                    </a:cubicBezTo>
                    <a:cubicBezTo>
                      <a:pt x="119745" y="58832"/>
                      <a:pt x="120362" y="61292"/>
                      <a:pt x="120489" y="63802"/>
                    </a:cubicBezTo>
                    <a:close/>
                    <a:moveTo>
                      <a:pt x="30627" y="33854"/>
                    </a:moveTo>
                    <a:lnTo>
                      <a:pt x="79227" y="33854"/>
                    </a:lnTo>
                    <a:cubicBezTo>
                      <a:pt x="82928" y="33914"/>
                      <a:pt x="85980" y="30999"/>
                      <a:pt x="86033" y="27343"/>
                    </a:cubicBezTo>
                    <a:cubicBezTo>
                      <a:pt x="86033" y="27237"/>
                      <a:pt x="86033" y="27130"/>
                      <a:pt x="86033" y="27024"/>
                    </a:cubicBezTo>
                    <a:cubicBezTo>
                      <a:pt x="86150" y="23428"/>
                      <a:pt x="83300" y="20416"/>
                      <a:pt x="79663" y="20299"/>
                    </a:cubicBezTo>
                    <a:cubicBezTo>
                      <a:pt x="79514" y="20295"/>
                      <a:pt x="79376" y="20295"/>
                      <a:pt x="79227" y="20299"/>
                    </a:cubicBezTo>
                    <a:lnTo>
                      <a:pt x="30627" y="20299"/>
                    </a:lnTo>
                    <a:close/>
                    <a:moveTo>
                      <a:pt x="83800" y="67690"/>
                    </a:moveTo>
                    <a:cubicBezTo>
                      <a:pt x="87437" y="67807"/>
                      <a:pt x="90489" y="64988"/>
                      <a:pt x="90606" y="61392"/>
                    </a:cubicBezTo>
                    <a:cubicBezTo>
                      <a:pt x="90606" y="61249"/>
                      <a:pt x="90606" y="61108"/>
                      <a:pt x="90606" y="60965"/>
                    </a:cubicBezTo>
                    <a:cubicBezTo>
                      <a:pt x="90723" y="57310"/>
                      <a:pt x="87820" y="54253"/>
                      <a:pt x="84119" y="54137"/>
                    </a:cubicBezTo>
                    <a:cubicBezTo>
                      <a:pt x="84013" y="54133"/>
                      <a:pt x="83906" y="54132"/>
                      <a:pt x="83800" y="54134"/>
                    </a:cubicBezTo>
                    <a:lnTo>
                      <a:pt x="30627" y="54134"/>
                    </a:lnTo>
                    <a:lnTo>
                      <a:pt x="30627" y="67690"/>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 name="Google Shape;103;p3"/>
              <p:cNvSpPr/>
              <p:nvPr/>
            </p:nvSpPr>
            <p:spPr>
              <a:xfrm>
                <a:off x="2561438" y="653586"/>
                <a:ext cx="154094" cy="88477"/>
              </a:xfrm>
              <a:custGeom>
                <a:rect b="b" l="l" r="r" t="t"/>
                <a:pathLst>
                  <a:path extrusionOk="0" h="88477" w="154094">
                    <a:moveTo>
                      <a:pt x="34775" y="88477"/>
                    </a:moveTo>
                    <a:lnTo>
                      <a:pt x="0" y="88477"/>
                    </a:lnTo>
                    <a:lnTo>
                      <a:pt x="57852" y="0"/>
                    </a:lnTo>
                    <a:lnTo>
                      <a:pt x="96242" y="0"/>
                    </a:lnTo>
                    <a:lnTo>
                      <a:pt x="154094" y="88477"/>
                    </a:lnTo>
                    <a:lnTo>
                      <a:pt x="119638" y="88477"/>
                    </a:lnTo>
                    <a:lnTo>
                      <a:pt x="110812" y="75447"/>
                    </a:lnTo>
                    <a:lnTo>
                      <a:pt x="43283" y="75447"/>
                    </a:lnTo>
                    <a:close/>
                    <a:moveTo>
                      <a:pt x="77313" y="24589"/>
                    </a:moveTo>
                    <a:lnTo>
                      <a:pt x="59341" y="51699"/>
                    </a:lnTo>
                    <a:lnTo>
                      <a:pt x="95285" y="5169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 name="Google Shape;104;p3"/>
              <p:cNvSpPr/>
              <p:nvPr/>
            </p:nvSpPr>
            <p:spPr>
              <a:xfrm>
                <a:off x="2723508" y="653586"/>
                <a:ext cx="105068" cy="88477"/>
              </a:xfrm>
              <a:custGeom>
                <a:rect b="b" l="l" r="r" t="t"/>
                <a:pathLst>
                  <a:path extrusionOk="0" h="88477" w="105068">
                    <a:moveTo>
                      <a:pt x="105069" y="64729"/>
                    </a:moveTo>
                    <a:lnTo>
                      <a:pt x="105069" y="88477"/>
                    </a:lnTo>
                    <a:lnTo>
                      <a:pt x="0" y="88477"/>
                    </a:lnTo>
                    <a:lnTo>
                      <a:pt x="0" y="0"/>
                    </a:lnTo>
                    <a:lnTo>
                      <a:pt x="30202" y="0"/>
                    </a:lnTo>
                    <a:lnTo>
                      <a:pt x="30202" y="6472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 name="Google Shape;105;p3"/>
              <p:cNvSpPr/>
              <p:nvPr/>
            </p:nvSpPr>
            <p:spPr>
              <a:xfrm>
                <a:off x="2040878" y="804480"/>
                <a:ext cx="127082" cy="88477"/>
              </a:xfrm>
              <a:custGeom>
                <a:rect b="b" l="l" r="r" t="t"/>
                <a:pathLst>
                  <a:path extrusionOk="0" h="88477" w="127082">
                    <a:moveTo>
                      <a:pt x="97306" y="0"/>
                    </a:moveTo>
                    <a:lnTo>
                      <a:pt x="127083" y="0"/>
                    </a:lnTo>
                    <a:lnTo>
                      <a:pt x="127083" y="88477"/>
                    </a:lnTo>
                    <a:lnTo>
                      <a:pt x="97306" y="88477"/>
                    </a:lnTo>
                    <a:lnTo>
                      <a:pt x="97306" y="56008"/>
                    </a:lnTo>
                    <a:lnTo>
                      <a:pt x="30202" y="56008"/>
                    </a:lnTo>
                    <a:lnTo>
                      <a:pt x="30202" y="88477"/>
                    </a:lnTo>
                    <a:lnTo>
                      <a:pt x="0" y="88477"/>
                    </a:lnTo>
                    <a:lnTo>
                      <a:pt x="0" y="0"/>
                    </a:lnTo>
                    <a:lnTo>
                      <a:pt x="30202" y="0"/>
                    </a:lnTo>
                    <a:lnTo>
                      <a:pt x="30202" y="32365"/>
                    </a:lnTo>
                    <a:lnTo>
                      <a:pt x="97306" y="32365"/>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 name="Google Shape;106;p3"/>
              <p:cNvSpPr/>
              <p:nvPr/>
            </p:nvSpPr>
            <p:spPr>
              <a:xfrm>
                <a:off x="2177106" y="804480"/>
                <a:ext cx="154094" cy="88477"/>
              </a:xfrm>
              <a:custGeom>
                <a:rect b="b" l="l" r="r" t="t"/>
                <a:pathLst>
                  <a:path extrusionOk="0" h="88477" w="154094">
                    <a:moveTo>
                      <a:pt x="34456" y="88477"/>
                    </a:moveTo>
                    <a:lnTo>
                      <a:pt x="0" y="88477"/>
                    </a:lnTo>
                    <a:lnTo>
                      <a:pt x="57852" y="0"/>
                    </a:lnTo>
                    <a:lnTo>
                      <a:pt x="96242" y="0"/>
                    </a:lnTo>
                    <a:lnTo>
                      <a:pt x="154094" y="88477"/>
                    </a:lnTo>
                    <a:lnTo>
                      <a:pt x="119532" y="88477"/>
                    </a:lnTo>
                    <a:lnTo>
                      <a:pt x="110812" y="75447"/>
                    </a:lnTo>
                    <a:lnTo>
                      <a:pt x="43283" y="75447"/>
                    </a:lnTo>
                    <a:close/>
                    <a:moveTo>
                      <a:pt x="76994" y="24589"/>
                    </a:moveTo>
                    <a:lnTo>
                      <a:pt x="58915" y="51699"/>
                    </a:lnTo>
                    <a:lnTo>
                      <a:pt x="94966" y="5169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 name="Google Shape;107;p3"/>
              <p:cNvSpPr/>
              <p:nvPr/>
            </p:nvSpPr>
            <p:spPr>
              <a:xfrm>
                <a:off x="2327581" y="804667"/>
                <a:ext cx="121449" cy="89783"/>
              </a:xfrm>
              <a:custGeom>
                <a:rect b="b" l="l" r="r" t="t"/>
                <a:pathLst>
                  <a:path extrusionOk="0" h="89783" w="121449">
                    <a:moveTo>
                      <a:pt x="67745" y="22510"/>
                    </a:moveTo>
                    <a:cubicBezTo>
                      <a:pt x="64704" y="22313"/>
                      <a:pt x="61641" y="22313"/>
                      <a:pt x="58600" y="22510"/>
                    </a:cubicBezTo>
                    <a:cubicBezTo>
                      <a:pt x="55197" y="22510"/>
                      <a:pt x="52751" y="22510"/>
                      <a:pt x="49773" y="23561"/>
                    </a:cubicBezTo>
                    <a:cubicBezTo>
                      <a:pt x="47082" y="24016"/>
                      <a:pt x="44477" y="24829"/>
                      <a:pt x="42010" y="25978"/>
                    </a:cubicBezTo>
                    <a:cubicBezTo>
                      <a:pt x="39734" y="26961"/>
                      <a:pt x="37618" y="28271"/>
                      <a:pt x="35735" y="29866"/>
                    </a:cubicBezTo>
                    <a:cubicBezTo>
                      <a:pt x="33715" y="31331"/>
                      <a:pt x="32162" y="33336"/>
                      <a:pt x="31269" y="35645"/>
                    </a:cubicBezTo>
                    <a:cubicBezTo>
                      <a:pt x="30386" y="38136"/>
                      <a:pt x="29738" y="40704"/>
                      <a:pt x="29355" y="43316"/>
                    </a:cubicBezTo>
                    <a:cubicBezTo>
                      <a:pt x="29419" y="46318"/>
                      <a:pt x="30067" y="49281"/>
                      <a:pt x="31269" y="52038"/>
                    </a:cubicBezTo>
                    <a:cubicBezTo>
                      <a:pt x="32524" y="54410"/>
                      <a:pt x="34396" y="56406"/>
                      <a:pt x="36693" y="57817"/>
                    </a:cubicBezTo>
                    <a:cubicBezTo>
                      <a:pt x="38936" y="59400"/>
                      <a:pt x="41361" y="60705"/>
                      <a:pt x="43924" y="61705"/>
                    </a:cubicBezTo>
                    <a:cubicBezTo>
                      <a:pt x="46806" y="62617"/>
                      <a:pt x="49752" y="63286"/>
                      <a:pt x="52751" y="63702"/>
                    </a:cubicBezTo>
                    <a:cubicBezTo>
                      <a:pt x="55633" y="64197"/>
                      <a:pt x="58546" y="64512"/>
                      <a:pt x="61471" y="64647"/>
                    </a:cubicBezTo>
                    <a:lnTo>
                      <a:pt x="74339" y="64647"/>
                    </a:lnTo>
                    <a:cubicBezTo>
                      <a:pt x="76774" y="64893"/>
                      <a:pt x="79241" y="64893"/>
                      <a:pt x="81677" y="64647"/>
                    </a:cubicBezTo>
                    <a:cubicBezTo>
                      <a:pt x="84761" y="64415"/>
                      <a:pt x="87845" y="64415"/>
                      <a:pt x="90929" y="64647"/>
                    </a:cubicBezTo>
                    <a:cubicBezTo>
                      <a:pt x="94491" y="64580"/>
                      <a:pt x="98054" y="64228"/>
                      <a:pt x="101563" y="63597"/>
                    </a:cubicBezTo>
                    <a:lnTo>
                      <a:pt x="112198" y="62231"/>
                    </a:lnTo>
                    <a:cubicBezTo>
                      <a:pt x="115346" y="61675"/>
                      <a:pt x="118440" y="60867"/>
                      <a:pt x="121450" y="59814"/>
                    </a:cubicBezTo>
                    <a:lnTo>
                      <a:pt x="121450" y="82931"/>
                    </a:lnTo>
                    <a:cubicBezTo>
                      <a:pt x="112868" y="85462"/>
                      <a:pt x="104073" y="87254"/>
                      <a:pt x="95182" y="88290"/>
                    </a:cubicBezTo>
                    <a:cubicBezTo>
                      <a:pt x="86281" y="89255"/>
                      <a:pt x="77338" y="89746"/>
                      <a:pt x="68383" y="89762"/>
                    </a:cubicBezTo>
                    <a:lnTo>
                      <a:pt x="63598" y="89762"/>
                    </a:lnTo>
                    <a:cubicBezTo>
                      <a:pt x="58376" y="89849"/>
                      <a:pt x="53165" y="89673"/>
                      <a:pt x="47965" y="89236"/>
                    </a:cubicBezTo>
                    <a:cubicBezTo>
                      <a:pt x="43063" y="88714"/>
                      <a:pt x="38203" y="87907"/>
                      <a:pt x="33396" y="86819"/>
                    </a:cubicBezTo>
                    <a:cubicBezTo>
                      <a:pt x="28866" y="85715"/>
                      <a:pt x="24473" y="84093"/>
                      <a:pt x="20315" y="81986"/>
                    </a:cubicBezTo>
                    <a:cubicBezTo>
                      <a:pt x="16264" y="79959"/>
                      <a:pt x="12658" y="77175"/>
                      <a:pt x="9681" y="73789"/>
                    </a:cubicBezTo>
                    <a:cubicBezTo>
                      <a:pt x="6597" y="70190"/>
                      <a:pt x="4162" y="66105"/>
                      <a:pt x="2449" y="61705"/>
                    </a:cubicBezTo>
                    <a:cubicBezTo>
                      <a:pt x="812" y="56213"/>
                      <a:pt x="-18" y="50514"/>
                      <a:pt x="3" y="44787"/>
                    </a:cubicBezTo>
                    <a:cubicBezTo>
                      <a:pt x="-60" y="39057"/>
                      <a:pt x="759" y="33352"/>
                      <a:pt x="2449" y="27870"/>
                    </a:cubicBezTo>
                    <a:cubicBezTo>
                      <a:pt x="3736" y="23252"/>
                      <a:pt x="6235" y="19049"/>
                      <a:pt x="9681" y="15680"/>
                    </a:cubicBezTo>
                    <a:cubicBezTo>
                      <a:pt x="12775" y="12419"/>
                      <a:pt x="16359" y="9653"/>
                      <a:pt x="20315" y="7484"/>
                    </a:cubicBezTo>
                    <a:cubicBezTo>
                      <a:pt x="24473" y="5377"/>
                      <a:pt x="28866" y="3755"/>
                      <a:pt x="33396" y="2650"/>
                    </a:cubicBezTo>
                    <a:cubicBezTo>
                      <a:pt x="38288" y="1705"/>
                      <a:pt x="43180" y="759"/>
                      <a:pt x="48497" y="234"/>
                    </a:cubicBezTo>
                    <a:cubicBezTo>
                      <a:pt x="53814" y="-292"/>
                      <a:pt x="59131" y="234"/>
                      <a:pt x="64023" y="234"/>
                    </a:cubicBezTo>
                    <a:lnTo>
                      <a:pt x="78593" y="234"/>
                    </a:lnTo>
                    <a:cubicBezTo>
                      <a:pt x="83325" y="269"/>
                      <a:pt x="88047" y="584"/>
                      <a:pt x="92737" y="1179"/>
                    </a:cubicBezTo>
                    <a:cubicBezTo>
                      <a:pt x="97097" y="1179"/>
                      <a:pt x="101989" y="2125"/>
                      <a:pt x="106880" y="3071"/>
                    </a:cubicBezTo>
                    <a:cubicBezTo>
                      <a:pt x="111772" y="4016"/>
                      <a:pt x="116558" y="5067"/>
                      <a:pt x="121450" y="6433"/>
                    </a:cubicBezTo>
                    <a:lnTo>
                      <a:pt x="121450" y="30181"/>
                    </a:lnTo>
                    <a:cubicBezTo>
                      <a:pt x="118759" y="29257"/>
                      <a:pt x="115984" y="28623"/>
                      <a:pt x="113155" y="28290"/>
                    </a:cubicBezTo>
                    <a:lnTo>
                      <a:pt x="104434" y="26819"/>
                    </a:lnTo>
                    <a:cubicBezTo>
                      <a:pt x="101531" y="26210"/>
                      <a:pt x="98575" y="25858"/>
                      <a:pt x="95608" y="25768"/>
                    </a:cubicBezTo>
                    <a:cubicBezTo>
                      <a:pt x="92885" y="25569"/>
                      <a:pt x="90142" y="25569"/>
                      <a:pt x="87419" y="25768"/>
                    </a:cubicBezTo>
                    <a:cubicBezTo>
                      <a:pt x="81070" y="23669"/>
                      <a:pt x="74435" y="22570"/>
                      <a:pt x="67745" y="22510"/>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 name="Google Shape;108;p3"/>
              <p:cNvSpPr/>
              <p:nvPr/>
            </p:nvSpPr>
            <p:spPr>
              <a:xfrm>
                <a:off x="2462749" y="804480"/>
                <a:ext cx="135802" cy="88897"/>
              </a:xfrm>
              <a:custGeom>
                <a:rect b="b" l="l" r="r" t="t"/>
                <a:pathLst>
                  <a:path extrusionOk="0" h="88897" w="135802">
                    <a:moveTo>
                      <a:pt x="83375" y="44449"/>
                    </a:moveTo>
                    <a:lnTo>
                      <a:pt x="135803" y="88898"/>
                    </a:lnTo>
                    <a:lnTo>
                      <a:pt x="94009" y="88898"/>
                    </a:lnTo>
                    <a:lnTo>
                      <a:pt x="62106" y="62312"/>
                    </a:lnTo>
                    <a:lnTo>
                      <a:pt x="30202" y="88898"/>
                    </a:lnTo>
                    <a:lnTo>
                      <a:pt x="0" y="88898"/>
                    </a:lnTo>
                    <a:lnTo>
                      <a:pt x="0" y="0"/>
                    </a:lnTo>
                    <a:lnTo>
                      <a:pt x="30202" y="0"/>
                    </a:lnTo>
                    <a:lnTo>
                      <a:pt x="30202" y="52540"/>
                    </a:lnTo>
                    <a:lnTo>
                      <a:pt x="92946" y="0"/>
                    </a:lnTo>
                    <a:lnTo>
                      <a:pt x="134739" y="0"/>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 name="Google Shape;109;p3"/>
              <p:cNvSpPr/>
              <p:nvPr/>
            </p:nvSpPr>
            <p:spPr>
              <a:xfrm>
                <a:off x="2598552" y="804480"/>
                <a:ext cx="154306" cy="88477"/>
              </a:xfrm>
              <a:custGeom>
                <a:rect b="b" l="l" r="r" t="t"/>
                <a:pathLst>
                  <a:path extrusionOk="0" h="88477" w="154306">
                    <a:moveTo>
                      <a:pt x="34562" y="88477"/>
                    </a:moveTo>
                    <a:lnTo>
                      <a:pt x="0" y="88477"/>
                    </a:lnTo>
                    <a:lnTo>
                      <a:pt x="57852" y="0"/>
                    </a:lnTo>
                    <a:lnTo>
                      <a:pt x="96349" y="0"/>
                    </a:lnTo>
                    <a:lnTo>
                      <a:pt x="154307" y="88477"/>
                    </a:lnTo>
                    <a:lnTo>
                      <a:pt x="119745" y="88477"/>
                    </a:lnTo>
                    <a:lnTo>
                      <a:pt x="111024" y="75447"/>
                    </a:lnTo>
                    <a:lnTo>
                      <a:pt x="43389" y="75447"/>
                    </a:lnTo>
                    <a:close/>
                    <a:moveTo>
                      <a:pt x="77100" y="24589"/>
                    </a:moveTo>
                    <a:lnTo>
                      <a:pt x="58596" y="51699"/>
                    </a:lnTo>
                    <a:lnTo>
                      <a:pt x="94541" y="51699"/>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 name="Google Shape;110;p3"/>
              <p:cNvSpPr/>
              <p:nvPr/>
            </p:nvSpPr>
            <p:spPr>
              <a:xfrm>
                <a:off x="2731590" y="804480"/>
                <a:ext cx="119851" cy="88477"/>
              </a:xfrm>
              <a:custGeom>
                <a:rect b="b" l="l" r="r" t="t"/>
                <a:pathLst>
                  <a:path extrusionOk="0" h="88477" w="119851">
                    <a:moveTo>
                      <a:pt x="75080" y="0"/>
                    </a:moveTo>
                    <a:lnTo>
                      <a:pt x="119851" y="0"/>
                    </a:lnTo>
                    <a:lnTo>
                      <a:pt x="119851" y="23643"/>
                    </a:lnTo>
                    <a:lnTo>
                      <a:pt x="75080" y="23643"/>
                    </a:lnTo>
                    <a:lnTo>
                      <a:pt x="75080" y="88477"/>
                    </a:lnTo>
                    <a:lnTo>
                      <a:pt x="44984" y="88477"/>
                    </a:lnTo>
                    <a:lnTo>
                      <a:pt x="44984" y="23643"/>
                    </a:lnTo>
                    <a:lnTo>
                      <a:pt x="0" y="23643"/>
                    </a:lnTo>
                    <a:lnTo>
                      <a:pt x="0" y="0"/>
                    </a:lnTo>
                    <a:lnTo>
                      <a:pt x="74442" y="0"/>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 name="Google Shape;111;p3"/>
              <p:cNvSpPr/>
              <p:nvPr/>
            </p:nvSpPr>
            <p:spPr>
              <a:xfrm>
                <a:off x="2853977" y="803429"/>
                <a:ext cx="138184" cy="91013"/>
              </a:xfrm>
              <a:custGeom>
                <a:rect b="b" l="l" r="r" t="t"/>
                <a:pathLst>
                  <a:path extrusionOk="0" h="91013" w="138184">
                    <a:moveTo>
                      <a:pt x="69034" y="0"/>
                    </a:moveTo>
                    <a:lnTo>
                      <a:pt x="85624" y="0"/>
                    </a:lnTo>
                    <a:cubicBezTo>
                      <a:pt x="90942" y="525"/>
                      <a:pt x="96259" y="1051"/>
                      <a:pt x="101683" y="1997"/>
                    </a:cubicBezTo>
                    <a:cubicBezTo>
                      <a:pt x="106511" y="2923"/>
                      <a:pt x="111211" y="4367"/>
                      <a:pt x="115720" y="6305"/>
                    </a:cubicBezTo>
                    <a:cubicBezTo>
                      <a:pt x="120091" y="8312"/>
                      <a:pt x="124057" y="11089"/>
                      <a:pt x="127418" y="14501"/>
                    </a:cubicBezTo>
                    <a:cubicBezTo>
                      <a:pt x="130832" y="18152"/>
                      <a:pt x="133469" y="22439"/>
                      <a:pt x="135181" y="27111"/>
                    </a:cubicBezTo>
                    <a:cubicBezTo>
                      <a:pt x="137351" y="32997"/>
                      <a:pt x="138361" y="39239"/>
                      <a:pt x="138159" y="45500"/>
                    </a:cubicBezTo>
                    <a:cubicBezTo>
                      <a:pt x="138318" y="51587"/>
                      <a:pt x="137308" y="57648"/>
                      <a:pt x="135181" y="63363"/>
                    </a:cubicBezTo>
                    <a:cubicBezTo>
                      <a:pt x="133501" y="68048"/>
                      <a:pt x="130853" y="72340"/>
                      <a:pt x="127418" y="75973"/>
                    </a:cubicBezTo>
                    <a:cubicBezTo>
                      <a:pt x="124079" y="79416"/>
                      <a:pt x="120112" y="82199"/>
                      <a:pt x="115720" y="84169"/>
                    </a:cubicBezTo>
                    <a:cubicBezTo>
                      <a:pt x="111158" y="86094"/>
                      <a:pt x="106468" y="87709"/>
                      <a:pt x="101683" y="89003"/>
                    </a:cubicBezTo>
                    <a:cubicBezTo>
                      <a:pt x="96461" y="90449"/>
                      <a:pt x="91048" y="91121"/>
                      <a:pt x="85624" y="90999"/>
                    </a:cubicBezTo>
                    <a:cubicBezTo>
                      <a:pt x="80307" y="90999"/>
                      <a:pt x="74458" y="90999"/>
                      <a:pt x="69034" y="90999"/>
                    </a:cubicBezTo>
                    <a:cubicBezTo>
                      <a:pt x="63611" y="90999"/>
                      <a:pt x="58400" y="90999"/>
                      <a:pt x="52551" y="90999"/>
                    </a:cubicBezTo>
                    <a:cubicBezTo>
                      <a:pt x="46702" y="90999"/>
                      <a:pt x="41916" y="89948"/>
                      <a:pt x="36493" y="89003"/>
                    </a:cubicBezTo>
                    <a:cubicBezTo>
                      <a:pt x="31569" y="88207"/>
                      <a:pt x="26815" y="86572"/>
                      <a:pt x="22455" y="84169"/>
                    </a:cubicBezTo>
                    <a:cubicBezTo>
                      <a:pt x="18063" y="82199"/>
                      <a:pt x="14096" y="79416"/>
                      <a:pt x="10757" y="75973"/>
                    </a:cubicBezTo>
                    <a:cubicBezTo>
                      <a:pt x="7322" y="72340"/>
                      <a:pt x="4674" y="68048"/>
                      <a:pt x="2994" y="63363"/>
                    </a:cubicBezTo>
                    <a:cubicBezTo>
                      <a:pt x="867" y="57648"/>
                      <a:pt x="-143" y="51587"/>
                      <a:pt x="16" y="45500"/>
                    </a:cubicBezTo>
                    <a:cubicBezTo>
                      <a:pt x="-132" y="39241"/>
                      <a:pt x="867" y="33009"/>
                      <a:pt x="2994" y="27111"/>
                    </a:cubicBezTo>
                    <a:cubicBezTo>
                      <a:pt x="4579" y="22379"/>
                      <a:pt x="7237" y="18066"/>
                      <a:pt x="10757" y="14501"/>
                    </a:cubicBezTo>
                    <a:cubicBezTo>
                      <a:pt x="14118" y="11089"/>
                      <a:pt x="18084" y="8312"/>
                      <a:pt x="22455" y="6305"/>
                    </a:cubicBezTo>
                    <a:cubicBezTo>
                      <a:pt x="26964" y="4367"/>
                      <a:pt x="31665" y="2923"/>
                      <a:pt x="36493" y="1997"/>
                    </a:cubicBezTo>
                    <a:cubicBezTo>
                      <a:pt x="41810" y="1066"/>
                      <a:pt x="47170" y="399"/>
                      <a:pt x="52551" y="0"/>
                    </a:cubicBezTo>
                    <a:close/>
                    <a:moveTo>
                      <a:pt x="69034" y="67251"/>
                    </a:moveTo>
                    <a:cubicBezTo>
                      <a:pt x="73501" y="67251"/>
                      <a:pt x="78286" y="66726"/>
                      <a:pt x="82753" y="66305"/>
                    </a:cubicBezTo>
                    <a:cubicBezTo>
                      <a:pt x="86911" y="65886"/>
                      <a:pt x="90995" y="64896"/>
                      <a:pt x="94876" y="63363"/>
                    </a:cubicBezTo>
                    <a:cubicBezTo>
                      <a:pt x="98279" y="62038"/>
                      <a:pt x="101289" y="59867"/>
                      <a:pt x="103597" y="57058"/>
                    </a:cubicBezTo>
                    <a:cubicBezTo>
                      <a:pt x="105830" y="53998"/>
                      <a:pt x="107021" y="50321"/>
                      <a:pt x="107000" y="46550"/>
                    </a:cubicBezTo>
                    <a:cubicBezTo>
                      <a:pt x="107127" y="43879"/>
                      <a:pt x="106617" y="41217"/>
                      <a:pt x="105511" y="38774"/>
                    </a:cubicBezTo>
                    <a:cubicBezTo>
                      <a:pt x="104522" y="36547"/>
                      <a:pt x="103033" y="34570"/>
                      <a:pt x="101151" y="32995"/>
                    </a:cubicBezTo>
                    <a:cubicBezTo>
                      <a:pt x="99268" y="31400"/>
                      <a:pt x="97152" y="30090"/>
                      <a:pt x="94876" y="29107"/>
                    </a:cubicBezTo>
                    <a:cubicBezTo>
                      <a:pt x="92367" y="28079"/>
                      <a:pt x="89772" y="27270"/>
                      <a:pt x="87113" y="26690"/>
                    </a:cubicBezTo>
                    <a:lnTo>
                      <a:pt x="78286" y="25219"/>
                    </a:lnTo>
                    <a:cubicBezTo>
                      <a:pt x="75415" y="25219"/>
                      <a:pt x="72012" y="25219"/>
                      <a:pt x="69034" y="25219"/>
                    </a:cubicBezTo>
                    <a:cubicBezTo>
                      <a:pt x="65993" y="24972"/>
                      <a:pt x="62930" y="24972"/>
                      <a:pt x="59889" y="25219"/>
                    </a:cubicBezTo>
                    <a:cubicBezTo>
                      <a:pt x="56911" y="25505"/>
                      <a:pt x="53965" y="25997"/>
                      <a:pt x="51062" y="26690"/>
                    </a:cubicBezTo>
                    <a:cubicBezTo>
                      <a:pt x="48393" y="27194"/>
                      <a:pt x="45787" y="28005"/>
                      <a:pt x="43299" y="29107"/>
                    </a:cubicBezTo>
                    <a:cubicBezTo>
                      <a:pt x="40959" y="29961"/>
                      <a:pt x="38822" y="31285"/>
                      <a:pt x="37025" y="32995"/>
                    </a:cubicBezTo>
                    <a:cubicBezTo>
                      <a:pt x="35036" y="34461"/>
                      <a:pt x="33515" y="36470"/>
                      <a:pt x="32664" y="38774"/>
                    </a:cubicBezTo>
                    <a:cubicBezTo>
                      <a:pt x="31612" y="41232"/>
                      <a:pt x="31101" y="43883"/>
                      <a:pt x="31176" y="46550"/>
                    </a:cubicBezTo>
                    <a:cubicBezTo>
                      <a:pt x="31346" y="51688"/>
                      <a:pt x="33600" y="56539"/>
                      <a:pt x="37450" y="60001"/>
                    </a:cubicBezTo>
                    <a:cubicBezTo>
                      <a:pt x="39385" y="61575"/>
                      <a:pt x="41534" y="62883"/>
                      <a:pt x="43831" y="63889"/>
                    </a:cubicBezTo>
                    <a:cubicBezTo>
                      <a:pt x="46309" y="65006"/>
                      <a:pt x="48914" y="65818"/>
                      <a:pt x="51594" y="66305"/>
                    </a:cubicBezTo>
                    <a:cubicBezTo>
                      <a:pt x="54465" y="66880"/>
                      <a:pt x="57390" y="67196"/>
                      <a:pt x="60314" y="67251"/>
                    </a:cubicBezTo>
                    <a:cubicBezTo>
                      <a:pt x="63611" y="66726"/>
                      <a:pt x="65951" y="67251"/>
                      <a:pt x="69034" y="67251"/>
                    </a:cubicBez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 name="Google Shape;112;p3"/>
              <p:cNvSpPr/>
              <p:nvPr/>
            </p:nvSpPr>
            <p:spPr>
              <a:xfrm>
                <a:off x="3008088" y="804480"/>
                <a:ext cx="163027" cy="88477"/>
              </a:xfrm>
              <a:custGeom>
                <a:rect b="b" l="l" r="r" t="t"/>
                <a:pathLst>
                  <a:path extrusionOk="0" h="88477" w="163027">
                    <a:moveTo>
                      <a:pt x="120489" y="0"/>
                    </a:moveTo>
                    <a:lnTo>
                      <a:pt x="163027" y="0"/>
                    </a:lnTo>
                    <a:lnTo>
                      <a:pt x="163027" y="88477"/>
                    </a:lnTo>
                    <a:lnTo>
                      <a:pt x="132825" y="88477"/>
                    </a:lnTo>
                    <a:lnTo>
                      <a:pt x="132825" y="35937"/>
                    </a:lnTo>
                    <a:lnTo>
                      <a:pt x="97838" y="88477"/>
                    </a:lnTo>
                    <a:lnTo>
                      <a:pt x="65296" y="88477"/>
                    </a:lnTo>
                    <a:lnTo>
                      <a:pt x="30202" y="35937"/>
                    </a:lnTo>
                    <a:lnTo>
                      <a:pt x="30202" y="88477"/>
                    </a:lnTo>
                    <a:lnTo>
                      <a:pt x="0" y="88477"/>
                    </a:lnTo>
                    <a:lnTo>
                      <a:pt x="0" y="0"/>
                    </a:lnTo>
                    <a:lnTo>
                      <a:pt x="42538" y="0"/>
                    </a:lnTo>
                    <a:lnTo>
                      <a:pt x="82418" y="63048"/>
                    </a:lnTo>
                    <a:close/>
                  </a:path>
                </a:pathLst>
              </a:custGeom>
              <a:solidFill>
                <a:schemeClr val="lt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sp>
        <p:nvSpPr>
          <p:cNvPr id="113" name="Google Shape;113;p3"/>
          <p:cNvSpPr txBox="1"/>
          <p:nvPr/>
        </p:nvSpPr>
        <p:spPr>
          <a:xfrm>
            <a:off x="1212850" y="4892675"/>
            <a:ext cx="8672830" cy="5404365"/>
          </a:xfrm>
          <a:prstGeom prst="rect">
            <a:avLst/>
          </a:prstGeom>
          <a:noFill/>
          <a:ln>
            <a:noFill/>
          </a:ln>
        </p:spPr>
        <p:txBody>
          <a:bodyPr anchorCtr="0" anchor="t" bIns="0" lIns="0" spcFirstLastPara="1" rIns="0" wrap="square" tIns="15225">
            <a:spAutoFit/>
          </a:bodyPr>
          <a:lstStyle/>
          <a:p>
            <a:pPr indent="0" lvl="0" marL="12700" marR="5080"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REAL TODAY (in the running simulation)</a:t>
            </a:r>
          </a:p>
          <a:p>
            <a:pPr indent="0" lvl="0" marL="12700" marR="5080"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
            </a:r>
          </a:p>
          <a:p>
            <a:pPr indent="0" lvl="0" marL="12700" marR="5080"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  •  Real gamma physics: Co-60, Cs-137, Am-241, U-235/238, Pu-239 lines and intensities from public nuclear data</a:t>
            </a:r>
          </a:p>
          <a:p>
            <a:pPr indent="0" lvl="0" marL="12700" marR="5080"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  •  NaI / HPGe resolution, Poisson counting statistics, inverse-square dose and detector geometry</a:t>
            </a:r>
          </a:p>
          <a:p>
            <a:pPr indent="0" lvl="0" marL="12700" marR="5080"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  •  Two-tier classifier: auditable rules engine + one learned scalar</a:t>
            </a:r>
          </a:p>
          <a:p>
            <a:pPr indent="0" lvl="0" marL="12700" marR="5080"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  •  Federated retrain loop and per-agent snapshot delivery</a:t>
            </a:r>
          </a:p>
          <a:p>
            <a:pPr indent="0" lvl="0" marL="12700" marR="5080"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  •  Robot battery, integrated dose, decon, permanent-failure model</a:t>
            </a:r>
          </a:p>
          <a:p>
            <a:pPr indent="0" lvl="0" marL="12700" marR="5080" rtl="0" algn="l">
              <a:lnSpc>
                <a:spcPct val="105700"/>
              </a:lnSpc>
              <a:spcBef>
                <a:spcPts val="0"/>
              </a:spcBef>
              <a:spcAft>
                <a:spcPts val="0"/>
              </a:spcAft>
              <a:buNone/>
            </a:pPr>
            <a:r>
              <a:rPr b="0" i="0" lang="en" sz="1950">
                <a:solidFill>
                  <a:schemeClr val="lt1"/>
                </a:solidFill>
                <a:latin typeface="Ubuntu Sans"/>
                <a:ea typeface="Ubuntu Sans"/>
                <a:cs typeface="Ubuntu Sans"/>
                <a:sym typeface="Ubuntu Sans"/>
              </a:rPr>
              <a:t>  •  Side-by-side ISOLATED vs HIVEMIND runs to falsify the claim</a:t>
            </a:r>
          </a:p>
        </p:txBody>
      </p:sp>
      <p:sp>
        <p:nvSpPr>
          <p:cNvPr id="114" name="Google Shape;114;p3"/>
          <p:cNvSpPr txBox="1"/>
          <p:nvPr/>
        </p:nvSpPr>
        <p:spPr>
          <a:xfrm>
            <a:off x="1208619" y="3789254"/>
            <a:ext cx="2224405" cy="40259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2450">
                <a:solidFill>
                  <a:schemeClr val="lt1"/>
                </a:solidFill>
                <a:latin typeface="Ubuntu Mono"/>
                <a:ea typeface="Ubuntu Mono"/>
                <a:cs typeface="Ubuntu Mono"/>
                <a:sym typeface="Ubuntu Mono"/>
              </a:rPr>
              <a:t>Grounded, not promised</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2025-08-25T08:41:42Z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2025-08-25T00:00:00Z</vt:filetime>
  </property>
  <property fmtid="{D5CDD505-2E9C-101B-9397-08002B2CF9AE}" pid="3" name="Creator">
    <vt:lpwstr>Adobe Illustrator 29.7 (Macintosh)</vt:lpwstr>
  </property>
  <property fmtid="{D5CDD505-2E9C-101B-9397-08002B2CF9AE}" pid="4" name="CreatorVersion">
    <vt:lpwstr>21.0.0</vt:lpwstr>
  </property>
  <property fmtid="{D5CDD505-2E9C-101B-9397-08002B2CF9AE}" pid="5" name="LastSaved">
    <vt:filetime>2025-08-25T00:00:00Z</vt:filetime>
  </property>
  <property fmtid="{D5CDD505-2E9C-101B-9397-08002B2CF9AE}" pid="6" name="Producer">
    <vt:lpwstr>Adobe PDF library 17.00</vt:lpwstr>
  </property>
</Properties>
</file>